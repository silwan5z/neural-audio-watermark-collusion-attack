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26a54c46a2ae4818" Type="http://schemas.openxmlformats.org/package/2006/relationships/metadata/core-properties" Target="docProps/core.xml"/><Relationship Id="Ra1f68e5894e64e86" Type="http://schemas.openxmlformats.org/officeDocument/2006/relationships/extended-properties" Target="docProps/app.xml"/><Relationship Id="Rd0b7dc6c136a423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f92a0c4674481a"/>
  </p:sldMasterIdLst>
  <p:notesMasterIdLst>
    <p:notesMasterId xmlns:r="http://schemas.openxmlformats.org/officeDocument/2006/relationships" r:id="R152b12e7fcc84db0"/>
  </p:notesMasterIdLst>
  <p:sldIdLst>
    <p:sldId xmlns:r="http://schemas.openxmlformats.org/officeDocument/2006/relationships" id="256" r:id="R8a6bd9f1ac9d4444"/>
  </p:sldIdLst>
  <p:sldSz cx="15240000" cy="5715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152b12e7fcc84db0" Type="http://schemas.openxmlformats.org/officeDocument/2006/relationships/notesMaster" Target="notesMasters/notesMaster1.xml"/><Relationship Id="R2991af09ca884271" Type="http://schemas.openxmlformats.org/officeDocument/2006/relationships/tableStyles" Target="tableStyles.xml"/><Relationship Id="R69d0b31b386c4dc9" Type="http://schemas.openxmlformats.org/officeDocument/2006/relationships/presProps" Target="presProps.xml"/><Relationship Id="R71f92a0c4674481a" Type="http://schemas.openxmlformats.org/officeDocument/2006/relationships/slideMaster" Target="slideMasters/slideMaster1.xml"/><Relationship Id="R8a6bd9f1ac9d4444" Type="http://schemas.openxmlformats.org/officeDocument/2006/relationships/slide" Target="slides/slide1.xml"/><Relationship Id="Rb8398f94dc824390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f4fcf2a1dc404d84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01af29205f5448ad" Type="http://schemas.openxmlformats.org/officeDocument/2006/relationships/slide" Target="../slides/slide1.xml"/><Relationship Id="Rfbc3259cc5de4e17" Type="http://schemas.openxmlformats.org/officeDocument/2006/relationships/notesMaster" Target="../notesMasters/notesMaster1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Conceptual schematic. Waveforms show small illustrative watermark differences, not experimental measurements. The averaged waveform is the pointwise arithmetic mean of the three illustrated waveforms. Safe represents single-copy attribution. Escape retains watermark detection but matches no registered account.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cd2c7930d06e48be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2588cf8183aa42eb" Type="http://schemas.openxmlformats.org/officeDocument/2006/relationships/theme" Target="theme/theme2.xml"/><Relationship Id="R5d4156e21ccc4197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d4156e21ccc419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bd37caba77446b1" Type="http://schemas.openxmlformats.org/officeDocument/2006/relationships/notesSlide" Target="../notesSlides/notesSlide1.xml"/><Relationship Id="R712dff91dc5e489d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1530A8E3-A745-4511-B52B-688BB38A5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1909748"/>
            <a:ext cx="1466850" cy="1171575"/>
          </a:xfrm>
          <a:prstGeom xmlns:a="http://schemas.openxmlformats.org/drawingml/2006/main" prst="roundRect">
            <a:avLst>
              <a:gd name="adj" fmla="val 8130"/>
            </a:avLst>
          </a:prstGeom>
          <a:solidFill xmlns:a="http://schemas.openxmlformats.org/drawingml/2006/main">
            <a:srgbClr val="F5F7F9"/>
          </a:solidFill>
          <a:ln xmlns:a="http://schemas.openxmlformats.org/drawingml/2006/main" w="17145">
            <a:solidFill>
              <a:srgbClr val="A9BAC8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B4F4F4-FBE3-4D94-8008-850C9D5E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043098"/>
            <a:ext cx="1095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Origin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7BB74E-4432-441F-9E98-25F9A5ADA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2573504"/>
            <a:ext cx="1133475" cy="304477"/>
          </a:xfrm>
          <a:custGeom xmlns:a="http://schemas.openxmlformats.org/drawingml/2006/main">
            <a:pathLst>
              <a:path w="1133475" h="304477">
                <a:moveTo>
                  <a:pt x="0" y="117294"/>
                </a:moveTo>
                <a:lnTo>
                  <a:pt x="5667" y="104081"/>
                </a:lnTo>
                <a:lnTo>
                  <a:pt x="11335" y="91559"/>
                </a:lnTo>
                <a:lnTo>
                  <a:pt x="17002" y="80369"/>
                </a:lnTo>
                <a:lnTo>
                  <a:pt x="22670" y="71059"/>
                </a:lnTo>
                <a:lnTo>
                  <a:pt x="28337" y="64048"/>
                </a:lnTo>
                <a:lnTo>
                  <a:pt x="34004" y="59590"/>
                </a:lnTo>
                <a:lnTo>
                  <a:pt x="39672" y="57768"/>
                </a:lnTo>
                <a:lnTo>
                  <a:pt x="45339" y="58485"/>
                </a:lnTo>
                <a:lnTo>
                  <a:pt x="51006" y="61478"/>
                </a:lnTo>
                <a:lnTo>
                  <a:pt x="56674" y="66343"/>
                </a:lnTo>
                <a:lnTo>
                  <a:pt x="62341" y="72571"/>
                </a:lnTo>
                <a:lnTo>
                  <a:pt x="68009" y="79595"/>
                </a:lnTo>
                <a:lnTo>
                  <a:pt x="73676" y="86835"/>
                </a:lnTo>
                <a:lnTo>
                  <a:pt x="79343" y="93756"/>
                </a:lnTo>
                <a:lnTo>
                  <a:pt x="85011" y="99912"/>
                </a:lnTo>
                <a:lnTo>
                  <a:pt x="90678" y="104987"/>
                </a:lnTo>
                <a:lnTo>
                  <a:pt x="96345" y="108824"/>
                </a:lnTo>
                <a:lnTo>
                  <a:pt x="102013" y="111443"/>
                </a:lnTo>
                <a:lnTo>
                  <a:pt x="107680" y="113033"/>
                </a:lnTo>
                <a:lnTo>
                  <a:pt x="113347" y="113938"/>
                </a:lnTo>
                <a:lnTo>
                  <a:pt x="119015" y="114621"/>
                </a:lnTo>
                <a:lnTo>
                  <a:pt x="124682" y="115615"/>
                </a:lnTo>
                <a:lnTo>
                  <a:pt x="130350" y="117465"/>
                </a:lnTo>
                <a:lnTo>
                  <a:pt x="136017" y="120664"/>
                </a:lnTo>
                <a:lnTo>
                  <a:pt x="141684" y="125595"/>
                </a:lnTo>
                <a:lnTo>
                  <a:pt x="147352" y="132471"/>
                </a:lnTo>
                <a:lnTo>
                  <a:pt x="153019" y="141301"/>
                </a:lnTo>
                <a:lnTo>
                  <a:pt x="158686" y="151856"/>
                </a:lnTo>
                <a:lnTo>
                  <a:pt x="164354" y="163676"/>
                </a:lnTo>
                <a:lnTo>
                  <a:pt x="170021" y="176082"/>
                </a:lnTo>
                <a:lnTo>
                  <a:pt x="175689" y="188226"/>
                </a:lnTo>
                <a:lnTo>
                  <a:pt x="181356" y="199147"/>
                </a:lnTo>
                <a:lnTo>
                  <a:pt x="187023" y="207850"/>
                </a:lnTo>
                <a:lnTo>
                  <a:pt x="192691" y="213397"/>
                </a:lnTo>
                <a:lnTo>
                  <a:pt x="198358" y="214988"/>
                </a:lnTo>
                <a:lnTo>
                  <a:pt x="204026" y="212047"/>
                </a:lnTo>
                <a:lnTo>
                  <a:pt x="209693" y="204285"/>
                </a:lnTo>
                <a:lnTo>
                  <a:pt x="215360" y="191743"/>
                </a:lnTo>
                <a:lnTo>
                  <a:pt x="221028" y="174814"/>
                </a:lnTo>
                <a:lnTo>
                  <a:pt x="226695" y="154225"/>
                </a:lnTo>
                <a:lnTo>
                  <a:pt x="232362" y="130999"/>
                </a:lnTo>
                <a:lnTo>
                  <a:pt x="238030" y="106377"/>
                </a:lnTo>
                <a:lnTo>
                  <a:pt x="243697" y="81736"/>
                </a:lnTo>
                <a:lnTo>
                  <a:pt x="249365" y="58471"/>
                </a:lnTo>
                <a:lnTo>
                  <a:pt x="255032" y="37891"/>
                </a:lnTo>
                <a:lnTo>
                  <a:pt x="260699" y="21110"/>
                </a:lnTo>
                <a:lnTo>
                  <a:pt x="266367" y="8951"/>
                </a:lnTo>
                <a:lnTo>
                  <a:pt x="272034" y="1888"/>
                </a:lnTo>
                <a:lnTo>
                  <a:pt x="277701" y="0"/>
                </a:lnTo>
                <a:lnTo>
                  <a:pt x="283369" y="2978"/>
                </a:lnTo>
                <a:lnTo>
                  <a:pt x="289036" y="10157"/>
                </a:lnTo>
                <a:lnTo>
                  <a:pt x="294704" y="20585"/>
                </a:lnTo>
                <a:lnTo>
                  <a:pt x="300371" y="33118"/>
                </a:lnTo>
                <a:lnTo>
                  <a:pt x="306038" y="46540"/>
                </a:lnTo>
                <a:lnTo>
                  <a:pt x="311706" y="59679"/>
                </a:lnTo>
                <a:lnTo>
                  <a:pt x="317373" y="71528"/>
                </a:lnTo>
                <a:lnTo>
                  <a:pt x="323040" y="81347"/>
                </a:lnTo>
                <a:lnTo>
                  <a:pt x="328708" y="88736"/>
                </a:lnTo>
                <a:lnTo>
                  <a:pt x="334375" y="93676"/>
                </a:lnTo>
                <a:lnTo>
                  <a:pt x="340042" y="96527"/>
                </a:lnTo>
                <a:lnTo>
                  <a:pt x="345710" y="97990"/>
                </a:lnTo>
                <a:lnTo>
                  <a:pt x="351377" y="99026"/>
                </a:lnTo>
                <a:lnTo>
                  <a:pt x="357045" y="100745"/>
                </a:lnTo>
                <a:lnTo>
                  <a:pt x="362712" y="104283"/>
                </a:lnTo>
                <a:lnTo>
                  <a:pt x="368379" y="110655"/>
                </a:lnTo>
                <a:lnTo>
                  <a:pt x="374047" y="120634"/>
                </a:lnTo>
                <a:lnTo>
                  <a:pt x="379714" y="134630"/>
                </a:lnTo>
                <a:lnTo>
                  <a:pt x="385382" y="152620"/>
                </a:lnTo>
                <a:lnTo>
                  <a:pt x="391049" y="174103"/>
                </a:lnTo>
                <a:lnTo>
                  <a:pt x="396716" y="198111"/>
                </a:lnTo>
                <a:lnTo>
                  <a:pt x="402384" y="223267"/>
                </a:lnTo>
                <a:lnTo>
                  <a:pt x="408051" y="247883"/>
                </a:lnTo>
                <a:lnTo>
                  <a:pt x="413718" y="270096"/>
                </a:lnTo>
                <a:lnTo>
                  <a:pt x="419386" y="288028"/>
                </a:lnTo>
                <a:lnTo>
                  <a:pt x="425053" y="299957"/>
                </a:lnTo>
                <a:lnTo>
                  <a:pt x="430721" y="304477"/>
                </a:lnTo>
                <a:lnTo>
                  <a:pt x="436388" y="282305"/>
                </a:lnTo>
                <a:lnTo>
                  <a:pt x="442055" y="253903"/>
                </a:lnTo>
                <a:lnTo>
                  <a:pt x="447723" y="222058"/>
                </a:lnTo>
                <a:lnTo>
                  <a:pt x="453390" y="189836"/>
                </a:lnTo>
                <a:lnTo>
                  <a:pt x="459057" y="160246"/>
                </a:lnTo>
                <a:lnTo>
                  <a:pt x="464725" y="135918"/>
                </a:lnTo>
                <a:lnTo>
                  <a:pt x="470392" y="118819"/>
                </a:lnTo>
                <a:lnTo>
                  <a:pt x="476059" y="110063"/>
                </a:lnTo>
                <a:lnTo>
                  <a:pt x="481727" y="109811"/>
                </a:lnTo>
                <a:lnTo>
                  <a:pt x="487394" y="117294"/>
                </a:lnTo>
                <a:lnTo>
                  <a:pt x="493062" y="117294"/>
                </a:lnTo>
                <a:lnTo>
                  <a:pt x="498729" y="117294"/>
                </a:lnTo>
                <a:lnTo>
                  <a:pt x="504396" y="117294"/>
                </a:lnTo>
                <a:lnTo>
                  <a:pt x="510064" y="117294"/>
                </a:lnTo>
                <a:lnTo>
                  <a:pt x="515731" y="117294"/>
                </a:lnTo>
                <a:lnTo>
                  <a:pt x="521399" y="117294"/>
                </a:lnTo>
                <a:lnTo>
                  <a:pt x="527066" y="117294"/>
                </a:lnTo>
                <a:lnTo>
                  <a:pt x="532733" y="117294"/>
                </a:lnTo>
                <a:lnTo>
                  <a:pt x="538401" y="117294"/>
                </a:lnTo>
                <a:lnTo>
                  <a:pt x="544068" y="117294"/>
                </a:lnTo>
                <a:lnTo>
                  <a:pt x="549735" y="117294"/>
                </a:lnTo>
                <a:lnTo>
                  <a:pt x="555403" y="117294"/>
                </a:lnTo>
                <a:lnTo>
                  <a:pt x="561070" y="117294"/>
                </a:lnTo>
                <a:lnTo>
                  <a:pt x="566738" y="117294"/>
                </a:lnTo>
                <a:lnTo>
                  <a:pt x="572405" y="117294"/>
                </a:lnTo>
                <a:lnTo>
                  <a:pt x="578072" y="117294"/>
                </a:lnTo>
                <a:lnTo>
                  <a:pt x="583740" y="117294"/>
                </a:lnTo>
                <a:lnTo>
                  <a:pt x="589407" y="117294"/>
                </a:lnTo>
                <a:lnTo>
                  <a:pt x="595074" y="117294"/>
                </a:lnTo>
                <a:lnTo>
                  <a:pt x="600742" y="117294"/>
                </a:lnTo>
                <a:lnTo>
                  <a:pt x="606409" y="117294"/>
                </a:lnTo>
                <a:lnTo>
                  <a:pt x="612077" y="117294"/>
                </a:lnTo>
                <a:lnTo>
                  <a:pt x="617744" y="117294"/>
                </a:lnTo>
                <a:lnTo>
                  <a:pt x="623411" y="117294"/>
                </a:lnTo>
                <a:lnTo>
                  <a:pt x="629079" y="117294"/>
                </a:lnTo>
                <a:lnTo>
                  <a:pt x="634746" y="117294"/>
                </a:lnTo>
                <a:lnTo>
                  <a:pt x="640413" y="117294"/>
                </a:lnTo>
                <a:lnTo>
                  <a:pt x="646081" y="117294"/>
                </a:lnTo>
                <a:lnTo>
                  <a:pt x="651748" y="117294"/>
                </a:lnTo>
                <a:lnTo>
                  <a:pt x="657416" y="117294"/>
                </a:lnTo>
                <a:lnTo>
                  <a:pt x="663083" y="117294"/>
                </a:lnTo>
                <a:lnTo>
                  <a:pt x="668750" y="117294"/>
                </a:lnTo>
                <a:lnTo>
                  <a:pt x="674418" y="117294"/>
                </a:lnTo>
                <a:lnTo>
                  <a:pt x="680085" y="117294"/>
                </a:lnTo>
                <a:lnTo>
                  <a:pt x="685752" y="117294"/>
                </a:lnTo>
                <a:lnTo>
                  <a:pt x="691420" y="117294"/>
                </a:lnTo>
                <a:lnTo>
                  <a:pt x="697087" y="117294"/>
                </a:lnTo>
                <a:lnTo>
                  <a:pt x="702755" y="117294"/>
                </a:lnTo>
                <a:lnTo>
                  <a:pt x="708422" y="117294"/>
                </a:lnTo>
                <a:lnTo>
                  <a:pt x="714089" y="117294"/>
                </a:lnTo>
                <a:lnTo>
                  <a:pt x="719757" y="109301"/>
                </a:lnTo>
                <a:lnTo>
                  <a:pt x="725424" y="96186"/>
                </a:lnTo>
                <a:lnTo>
                  <a:pt x="731091" y="80042"/>
                </a:lnTo>
                <a:lnTo>
                  <a:pt x="736759" y="63107"/>
                </a:lnTo>
                <a:lnTo>
                  <a:pt x="742426" y="47475"/>
                </a:lnTo>
                <a:lnTo>
                  <a:pt x="748094" y="34854"/>
                </a:lnTo>
                <a:lnTo>
                  <a:pt x="753761" y="26373"/>
                </a:lnTo>
                <a:lnTo>
                  <a:pt x="759428" y="22481"/>
                </a:lnTo>
                <a:lnTo>
                  <a:pt x="765096" y="22939"/>
                </a:lnTo>
                <a:lnTo>
                  <a:pt x="770763" y="26906"/>
                </a:lnTo>
                <a:lnTo>
                  <a:pt x="776430" y="40762"/>
                </a:lnTo>
                <a:lnTo>
                  <a:pt x="782098" y="52935"/>
                </a:lnTo>
                <a:lnTo>
                  <a:pt x="787765" y="62705"/>
                </a:lnTo>
                <a:lnTo>
                  <a:pt x="793433" y="69768"/>
                </a:lnTo>
                <a:lnTo>
                  <a:pt x="799100" y="74230"/>
                </a:lnTo>
                <a:lnTo>
                  <a:pt x="804767" y="76574"/>
                </a:lnTo>
                <a:lnTo>
                  <a:pt x="810435" y="77573"/>
                </a:lnTo>
                <a:lnTo>
                  <a:pt x="816102" y="78195"/>
                </a:lnTo>
                <a:lnTo>
                  <a:pt x="821769" y="79470"/>
                </a:lnTo>
                <a:lnTo>
                  <a:pt x="827437" y="82374"/>
                </a:lnTo>
                <a:lnTo>
                  <a:pt x="833104" y="87709"/>
                </a:lnTo>
                <a:lnTo>
                  <a:pt x="838772" y="96005"/>
                </a:lnTo>
                <a:lnTo>
                  <a:pt x="844439" y="107461"/>
                </a:lnTo>
                <a:lnTo>
                  <a:pt x="850106" y="121907"/>
                </a:lnTo>
                <a:lnTo>
                  <a:pt x="855774" y="138814"/>
                </a:lnTo>
                <a:lnTo>
                  <a:pt x="861441" y="157340"/>
                </a:lnTo>
                <a:lnTo>
                  <a:pt x="867108" y="176398"/>
                </a:lnTo>
                <a:lnTo>
                  <a:pt x="872776" y="194760"/>
                </a:lnTo>
                <a:lnTo>
                  <a:pt x="878443" y="211165"/>
                </a:lnTo>
                <a:lnTo>
                  <a:pt x="884110" y="224431"/>
                </a:lnTo>
                <a:lnTo>
                  <a:pt x="889778" y="233565"/>
                </a:lnTo>
                <a:lnTo>
                  <a:pt x="895445" y="237849"/>
                </a:lnTo>
                <a:lnTo>
                  <a:pt x="901113" y="236900"/>
                </a:lnTo>
                <a:lnTo>
                  <a:pt x="906780" y="230704"/>
                </a:lnTo>
                <a:lnTo>
                  <a:pt x="912447" y="219614"/>
                </a:lnTo>
                <a:lnTo>
                  <a:pt x="918115" y="204317"/>
                </a:lnTo>
                <a:lnTo>
                  <a:pt x="923782" y="185772"/>
                </a:lnTo>
                <a:lnTo>
                  <a:pt x="929449" y="165128"/>
                </a:lnTo>
                <a:lnTo>
                  <a:pt x="935117" y="143632"/>
                </a:lnTo>
                <a:lnTo>
                  <a:pt x="940784" y="122523"/>
                </a:lnTo>
                <a:lnTo>
                  <a:pt x="946452" y="102943"/>
                </a:lnTo>
                <a:lnTo>
                  <a:pt x="952119" y="85851"/>
                </a:lnTo>
                <a:lnTo>
                  <a:pt x="957786" y="71958"/>
                </a:lnTo>
                <a:lnTo>
                  <a:pt x="963454" y="61696"/>
                </a:lnTo>
                <a:lnTo>
                  <a:pt x="969121" y="55197"/>
                </a:lnTo>
                <a:lnTo>
                  <a:pt x="974789" y="52308"/>
                </a:lnTo>
                <a:lnTo>
                  <a:pt x="980456" y="52632"/>
                </a:lnTo>
                <a:lnTo>
                  <a:pt x="986123" y="55577"/>
                </a:lnTo>
                <a:lnTo>
                  <a:pt x="991791" y="60427"/>
                </a:lnTo>
                <a:lnTo>
                  <a:pt x="997458" y="66416"/>
                </a:lnTo>
                <a:lnTo>
                  <a:pt x="1003125" y="72798"/>
                </a:lnTo>
                <a:lnTo>
                  <a:pt x="1008793" y="78918"/>
                </a:lnTo>
                <a:lnTo>
                  <a:pt x="1014460" y="84259"/>
                </a:lnTo>
                <a:lnTo>
                  <a:pt x="1020128" y="88482"/>
                </a:lnTo>
                <a:lnTo>
                  <a:pt x="1025795" y="91444"/>
                </a:lnTo>
                <a:lnTo>
                  <a:pt x="1031462" y="93192"/>
                </a:lnTo>
                <a:lnTo>
                  <a:pt x="1037130" y="93948"/>
                </a:lnTo>
                <a:lnTo>
                  <a:pt x="1042797" y="94071"/>
                </a:lnTo>
                <a:lnTo>
                  <a:pt x="1048464" y="94011"/>
                </a:lnTo>
                <a:lnTo>
                  <a:pt x="1054132" y="94258"/>
                </a:lnTo>
                <a:lnTo>
                  <a:pt x="1059799" y="95284"/>
                </a:lnTo>
                <a:lnTo>
                  <a:pt x="1065467" y="97495"/>
                </a:lnTo>
                <a:lnTo>
                  <a:pt x="1071134" y="101187"/>
                </a:lnTo>
                <a:lnTo>
                  <a:pt x="1076801" y="106512"/>
                </a:lnTo>
                <a:lnTo>
                  <a:pt x="1082469" y="113460"/>
                </a:lnTo>
                <a:lnTo>
                  <a:pt x="1088136" y="121853"/>
                </a:lnTo>
                <a:lnTo>
                  <a:pt x="1093803" y="131359"/>
                </a:lnTo>
                <a:lnTo>
                  <a:pt x="1099471" y="141512"/>
                </a:lnTo>
                <a:lnTo>
                  <a:pt x="1105138" y="151749"/>
                </a:lnTo>
                <a:lnTo>
                  <a:pt x="1110806" y="161452"/>
                </a:lnTo>
                <a:lnTo>
                  <a:pt x="1116473" y="169996"/>
                </a:lnTo>
                <a:lnTo>
                  <a:pt x="1122140" y="176798"/>
                </a:lnTo>
                <a:lnTo>
                  <a:pt x="1127808" y="181362"/>
                </a:lnTo>
                <a:lnTo>
                  <a:pt x="1133475" y="18332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243B53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BFF0BE-AE95-4460-9BDE-868B39F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490773"/>
            <a:ext cx="190500" cy="953"/>
          </a:xfrm>
          <a:custGeom xmlns:a="http://schemas.openxmlformats.org/drawingml/2006/main">
            <a:pathLst>
              <a:path w="190500" h="953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97B8C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18B769-158E-4F30-8774-D1A1E38FA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57250"/>
            <a:ext cx="953" cy="3276570"/>
          </a:xfrm>
          <a:custGeom xmlns:a="http://schemas.openxmlformats.org/drawingml/2006/main">
            <a:pathLst>
              <a:path w="953" h="3695700">
                <a:moveTo>
                  <a:pt x="0" y="0"/>
                </a:moveTo>
                <a:lnTo>
                  <a:pt x="0" y="36957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97B8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A2046C-36CF-4BD3-9E8F-81718546A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885825"/>
            <a:ext cx="219075" cy="953"/>
          </a:xfrm>
          <a:custGeom xmlns:a="http://schemas.openxmlformats.org/drawingml/2006/main"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C8835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C35030-6E2D-4F3F-8EFD-2CB76F6EF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157" y="84439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C883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CE1FB0-583A-488F-A9D1-09D47BC0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238125"/>
            <a:ext cx="29146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DC883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755617-830F-471C-8415-5A73C739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9575"/>
            <a:ext cx="104775" cy="104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DC883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1FAAC6-718B-4819-AA90-5B7BCA0B6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590550"/>
            <a:ext cx="238125" cy="114300"/>
          </a:xfrm>
          <a:custGeom xmlns:a="http://schemas.openxmlformats.org/drawingml/2006/main">
            <a:pathLst>
              <a:path w="238125" h="114300">
                <a:moveTo>
                  <a:pt x="0" y="114300"/>
                </a:moveTo>
                <a:lnTo>
                  <a:pt x="0" y="47625"/>
                </a:lnTo>
                <a:lnTo>
                  <a:pt x="38100" y="0"/>
                </a:lnTo>
                <a:lnTo>
                  <a:pt x="200025" y="0"/>
                </a:lnTo>
                <a:lnTo>
                  <a:pt x="238125" y="47625"/>
                </a:lnTo>
                <a:lnTo>
                  <a:pt x="238125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DC8835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C1C5C3-2291-4EDF-B938-C17BF3BA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81000"/>
            <a:ext cx="1704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Account 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16004F-8DC4-40F6-A029-93434B088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0005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DC883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DC8835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DA0021-55D8-4382-A494-FB071B775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61" y="866775"/>
            <a:ext cx="510540" cy="533400"/>
          </a:xfrm>
          <a:prstGeom xmlns:a="http://schemas.openxmlformats.org/drawingml/2006/main" prst="roundRect">
            <a:avLst>
              <a:gd name="adj" fmla="val 559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176BF4-AAC3-48AE-AFCB-FFEC05539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937898"/>
            <a:ext cx="2552700" cy="378316"/>
          </a:xfrm>
          <a:custGeom xmlns:a="http://schemas.openxmlformats.org/drawingml/2006/main">
            <a:pathLst>
              <a:path w="2552700" h="378316">
                <a:moveTo>
                  <a:pt x="0" y="195577"/>
                </a:moveTo>
                <a:lnTo>
                  <a:pt x="15954" y="179142"/>
                </a:lnTo>
                <a:lnTo>
                  <a:pt x="31909" y="164042"/>
                </a:lnTo>
                <a:lnTo>
                  <a:pt x="47863" y="151467"/>
                </a:lnTo>
                <a:lnTo>
                  <a:pt x="63817" y="142330"/>
                </a:lnTo>
                <a:lnTo>
                  <a:pt x="79772" y="137171"/>
                </a:lnTo>
                <a:lnTo>
                  <a:pt x="95726" y="136104"/>
                </a:lnTo>
                <a:lnTo>
                  <a:pt x="111681" y="138818"/>
                </a:lnTo>
                <a:lnTo>
                  <a:pt x="127635" y="144625"/>
                </a:lnTo>
                <a:lnTo>
                  <a:pt x="143589" y="152558"/>
                </a:lnTo>
                <a:lnTo>
                  <a:pt x="159544" y="161505"/>
                </a:lnTo>
                <a:lnTo>
                  <a:pt x="175498" y="170365"/>
                </a:lnTo>
                <a:lnTo>
                  <a:pt x="191453" y="178195"/>
                </a:lnTo>
                <a:lnTo>
                  <a:pt x="207407" y="184347"/>
                </a:lnTo>
                <a:lnTo>
                  <a:pt x="223361" y="188560"/>
                </a:lnTo>
                <a:lnTo>
                  <a:pt x="239316" y="190998"/>
                </a:lnTo>
                <a:lnTo>
                  <a:pt x="255270" y="192220"/>
                </a:lnTo>
                <a:lnTo>
                  <a:pt x="271224" y="193102"/>
                </a:lnTo>
                <a:lnTo>
                  <a:pt x="287179" y="194683"/>
                </a:lnTo>
                <a:lnTo>
                  <a:pt x="303133" y="197997"/>
                </a:lnTo>
                <a:lnTo>
                  <a:pt x="319088" y="203877"/>
                </a:lnTo>
                <a:lnTo>
                  <a:pt x="335042" y="212783"/>
                </a:lnTo>
                <a:lnTo>
                  <a:pt x="350996" y="224668"/>
                </a:lnTo>
                <a:lnTo>
                  <a:pt x="366951" y="238918"/>
                </a:lnTo>
                <a:lnTo>
                  <a:pt x="382905" y="254365"/>
                </a:lnTo>
                <a:lnTo>
                  <a:pt x="398859" y="269392"/>
                </a:lnTo>
                <a:lnTo>
                  <a:pt x="414814" y="282119"/>
                </a:lnTo>
                <a:lnTo>
                  <a:pt x="430768" y="290635"/>
                </a:lnTo>
                <a:lnTo>
                  <a:pt x="446722" y="293271"/>
                </a:lnTo>
                <a:lnTo>
                  <a:pt x="462677" y="288845"/>
                </a:lnTo>
                <a:lnTo>
                  <a:pt x="478631" y="276877"/>
                </a:lnTo>
                <a:lnTo>
                  <a:pt x="494586" y="257706"/>
                </a:lnTo>
                <a:lnTo>
                  <a:pt x="510540" y="232508"/>
                </a:lnTo>
                <a:lnTo>
                  <a:pt x="526494" y="203205"/>
                </a:lnTo>
                <a:lnTo>
                  <a:pt x="542449" y="172254"/>
                </a:lnTo>
                <a:lnTo>
                  <a:pt x="558403" y="142365"/>
                </a:lnTo>
                <a:lnTo>
                  <a:pt x="574358" y="116170"/>
                </a:lnTo>
                <a:lnTo>
                  <a:pt x="590312" y="95888"/>
                </a:lnTo>
                <a:lnTo>
                  <a:pt x="606266" y="83043"/>
                </a:lnTo>
                <a:lnTo>
                  <a:pt x="622221" y="78273"/>
                </a:lnTo>
                <a:lnTo>
                  <a:pt x="638175" y="81261"/>
                </a:lnTo>
                <a:lnTo>
                  <a:pt x="654129" y="90798"/>
                </a:lnTo>
                <a:lnTo>
                  <a:pt x="670084" y="104979"/>
                </a:lnTo>
                <a:lnTo>
                  <a:pt x="686038" y="121500"/>
                </a:lnTo>
                <a:lnTo>
                  <a:pt x="701992" y="138017"/>
                </a:lnTo>
                <a:lnTo>
                  <a:pt x="717947" y="152513"/>
                </a:lnTo>
                <a:lnTo>
                  <a:pt x="733901" y="163617"/>
                </a:lnTo>
                <a:lnTo>
                  <a:pt x="749856" y="170825"/>
                </a:lnTo>
                <a:lnTo>
                  <a:pt x="765810" y="174586"/>
                </a:lnTo>
                <a:lnTo>
                  <a:pt x="781764" y="176228"/>
                </a:lnTo>
                <a:lnTo>
                  <a:pt x="797719" y="177724"/>
                </a:lnTo>
                <a:lnTo>
                  <a:pt x="813673" y="181333"/>
                </a:lnTo>
                <a:lnTo>
                  <a:pt x="829628" y="189160"/>
                </a:lnTo>
                <a:lnTo>
                  <a:pt x="845582" y="202718"/>
                </a:lnTo>
                <a:lnTo>
                  <a:pt x="861536" y="222557"/>
                </a:lnTo>
                <a:lnTo>
                  <a:pt x="877491" y="248061"/>
                </a:lnTo>
                <a:lnTo>
                  <a:pt x="893445" y="277444"/>
                </a:lnTo>
                <a:lnTo>
                  <a:pt x="909399" y="307975"/>
                </a:lnTo>
                <a:lnTo>
                  <a:pt x="925354" y="336385"/>
                </a:lnTo>
                <a:lnTo>
                  <a:pt x="941308" y="359366"/>
                </a:lnTo>
                <a:lnTo>
                  <a:pt x="957263" y="374041"/>
                </a:lnTo>
                <a:lnTo>
                  <a:pt x="973217" y="378316"/>
                </a:lnTo>
                <a:lnTo>
                  <a:pt x="989171" y="371033"/>
                </a:lnTo>
                <a:lnTo>
                  <a:pt x="1005126" y="351946"/>
                </a:lnTo>
                <a:lnTo>
                  <a:pt x="1021080" y="321609"/>
                </a:lnTo>
                <a:lnTo>
                  <a:pt x="1037034" y="281293"/>
                </a:lnTo>
                <a:lnTo>
                  <a:pt x="1052989" y="233013"/>
                </a:lnTo>
                <a:lnTo>
                  <a:pt x="1068943" y="179684"/>
                </a:lnTo>
                <a:lnTo>
                  <a:pt x="1084897" y="125282"/>
                </a:lnTo>
                <a:lnTo>
                  <a:pt x="1100852" y="74812"/>
                </a:lnTo>
                <a:lnTo>
                  <a:pt x="1116806" y="33867"/>
                </a:lnTo>
                <a:lnTo>
                  <a:pt x="1132761" y="7712"/>
                </a:lnTo>
                <a:lnTo>
                  <a:pt x="1148715" y="0"/>
                </a:lnTo>
                <a:lnTo>
                  <a:pt x="1164669" y="11486"/>
                </a:lnTo>
                <a:lnTo>
                  <a:pt x="1180624" y="39235"/>
                </a:lnTo>
                <a:lnTo>
                  <a:pt x="1196578" y="76761"/>
                </a:lnTo>
                <a:lnTo>
                  <a:pt x="1212533" y="115300"/>
                </a:lnTo>
                <a:lnTo>
                  <a:pt x="1228487" y="146000"/>
                </a:lnTo>
                <a:lnTo>
                  <a:pt x="1244441" y="162420"/>
                </a:lnTo>
                <a:lnTo>
                  <a:pt x="1260396" y="162530"/>
                </a:lnTo>
                <a:lnTo>
                  <a:pt x="1276350" y="149444"/>
                </a:lnTo>
                <a:lnTo>
                  <a:pt x="1292304" y="130552"/>
                </a:lnTo>
                <a:lnTo>
                  <a:pt x="1308259" y="115235"/>
                </a:lnTo>
                <a:lnTo>
                  <a:pt x="1324213" y="111919"/>
                </a:lnTo>
                <a:lnTo>
                  <a:pt x="1340168" y="125460"/>
                </a:lnTo>
                <a:lnTo>
                  <a:pt x="1356122" y="155773"/>
                </a:lnTo>
                <a:lnTo>
                  <a:pt x="1372076" y="198140"/>
                </a:lnTo>
                <a:lnTo>
                  <a:pt x="1388031" y="245018"/>
                </a:lnTo>
                <a:lnTo>
                  <a:pt x="1403985" y="288612"/>
                </a:lnTo>
                <a:lnTo>
                  <a:pt x="1419939" y="323220"/>
                </a:lnTo>
                <a:lnTo>
                  <a:pt x="1435894" y="346530"/>
                </a:lnTo>
                <a:lnTo>
                  <a:pt x="1451848" y="359491"/>
                </a:lnTo>
                <a:lnTo>
                  <a:pt x="1467803" y="364979"/>
                </a:lnTo>
                <a:lnTo>
                  <a:pt x="1483757" y="365935"/>
                </a:lnTo>
                <a:lnTo>
                  <a:pt x="1499711" y="363793"/>
                </a:lnTo>
                <a:lnTo>
                  <a:pt x="1515666" y="357827"/>
                </a:lnTo>
                <a:lnTo>
                  <a:pt x="1531620" y="345624"/>
                </a:lnTo>
                <a:lnTo>
                  <a:pt x="1547574" y="324390"/>
                </a:lnTo>
                <a:lnTo>
                  <a:pt x="1563529" y="292513"/>
                </a:lnTo>
                <a:lnTo>
                  <a:pt x="1579483" y="250720"/>
                </a:lnTo>
                <a:lnTo>
                  <a:pt x="1595438" y="202381"/>
                </a:lnTo>
                <a:lnTo>
                  <a:pt x="1611392" y="152888"/>
                </a:lnTo>
                <a:lnTo>
                  <a:pt x="1627346" y="108349"/>
                </a:lnTo>
                <a:lnTo>
                  <a:pt x="1643301" y="74090"/>
                </a:lnTo>
                <a:lnTo>
                  <a:pt x="1659255" y="53442"/>
                </a:lnTo>
                <a:lnTo>
                  <a:pt x="1675209" y="47145"/>
                </a:lnTo>
                <a:lnTo>
                  <a:pt x="1691164" y="53469"/>
                </a:lnTo>
                <a:lnTo>
                  <a:pt x="1707118" y="68898"/>
                </a:lnTo>
                <a:lnTo>
                  <a:pt x="1723072" y="89115"/>
                </a:lnTo>
                <a:lnTo>
                  <a:pt x="1739027" y="109966"/>
                </a:lnTo>
                <a:lnTo>
                  <a:pt x="1754981" y="128208"/>
                </a:lnTo>
                <a:lnTo>
                  <a:pt x="1770936" y="141901"/>
                </a:lnTo>
                <a:lnTo>
                  <a:pt x="1786890" y="150483"/>
                </a:lnTo>
                <a:lnTo>
                  <a:pt x="1802844" y="154580"/>
                </a:lnTo>
                <a:lnTo>
                  <a:pt x="1818799" y="155685"/>
                </a:lnTo>
                <a:lnTo>
                  <a:pt x="1834753" y="155766"/>
                </a:lnTo>
                <a:lnTo>
                  <a:pt x="1850707" y="156899"/>
                </a:lnTo>
                <a:lnTo>
                  <a:pt x="1866662" y="160929"/>
                </a:lnTo>
                <a:lnTo>
                  <a:pt x="1882616" y="169198"/>
                </a:lnTo>
                <a:lnTo>
                  <a:pt x="1898571" y="182346"/>
                </a:lnTo>
                <a:lnTo>
                  <a:pt x="1914525" y="200199"/>
                </a:lnTo>
                <a:lnTo>
                  <a:pt x="1930479" y="221766"/>
                </a:lnTo>
                <a:lnTo>
                  <a:pt x="1946434" y="245347"/>
                </a:lnTo>
                <a:lnTo>
                  <a:pt x="1962388" y="268741"/>
                </a:lnTo>
                <a:lnTo>
                  <a:pt x="1978343" y="289538"/>
                </a:lnTo>
                <a:lnTo>
                  <a:pt x="1994297" y="305447"/>
                </a:lnTo>
                <a:lnTo>
                  <a:pt x="2010251" y="314617"/>
                </a:lnTo>
                <a:lnTo>
                  <a:pt x="2026206" y="315888"/>
                </a:lnTo>
                <a:lnTo>
                  <a:pt x="2042160" y="308956"/>
                </a:lnTo>
                <a:lnTo>
                  <a:pt x="2058114" y="294412"/>
                </a:lnTo>
                <a:lnTo>
                  <a:pt x="2074069" y="273654"/>
                </a:lnTo>
                <a:lnTo>
                  <a:pt x="2090023" y="248699"/>
                </a:lnTo>
                <a:lnTo>
                  <a:pt x="2105978" y="221917"/>
                </a:lnTo>
                <a:lnTo>
                  <a:pt x="2121932" y="195730"/>
                </a:lnTo>
                <a:lnTo>
                  <a:pt x="2137886" y="172321"/>
                </a:lnTo>
                <a:lnTo>
                  <a:pt x="2153841" y="153387"/>
                </a:lnTo>
                <a:lnTo>
                  <a:pt x="2169795" y="139980"/>
                </a:lnTo>
                <a:lnTo>
                  <a:pt x="2185749" y="132430"/>
                </a:lnTo>
                <a:lnTo>
                  <a:pt x="2201704" y="130384"/>
                </a:lnTo>
                <a:lnTo>
                  <a:pt x="2217658" y="132915"/>
                </a:lnTo>
                <a:lnTo>
                  <a:pt x="2233613" y="138710"/>
                </a:lnTo>
                <a:lnTo>
                  <a:pt x="2249567" y="146284"/>
                </a:lnTo>
                <a:lnTo>
                  <a:pt x="2265521" y="154209"/>
                </a:lnTo>
                <a:lnTo>
                  <a:pt x="2281476" y="161301"/>
                </a:lnTo>
                <a:lnTo>
                  <a:pt x="2297430" y="166765"/>
                </a:lnTo>
                <a:lnTo>
                  <a:pt x="2313384" y="170271"/>
                </a:lnTo>
                <a:lnTo>
                  <a:pt x="2329339" y="171957"/>
                </a:lnTo>
                <a:lnTo>
                  <a:pt x="2345293" y="172359"/>
                </a:lnTo>
                <a:lnTo>
                  <a:pt x="2361248" y="172294"/>
                </a:lnTo>
                <a:lnTo>
                  <a:pt x="2377202" y="172706"/>
                </a:lnTo>
                <a:lnTo>
                  <a:pt x="2393156" y="174502"/>
                </a:lnTo>
                <a:lnTo>
                  <a:pt x="2409111" y="178397"/>
                </a:lnTo>
                <a:lnTo>
                  <a:pt x="2425065" y="184794"/>
                </a:lnTo>
                <a:lnTo>
                  <a:pt x="2441019" y="193715"/>
                </a:lnTo>
                <a:lnTo>
                  <a:pt x="2456974" y="204775"/>
                </a:lnTo>
                <a:lnTo>
                  <a:pt x="2472928" y="217225"/>
                </a:lnTo>
                <a:lnTo>
                  <a:pt x="2488883" y="230032"/>
                </a:lnTo>
                <a:lnTo>
                  <a:pt x="2504837" y="242003"/>
                </a:lnTo>
                <a:lnTo>
                  <a:pt x="2520791" y="251931"/>
                </a:lnTo>
                <a:lnTo>
                  <a:pt x="2536746" y="258736"/>
                </a:lnTo>
                <a:lnTo>
                  <a:pt x="2552700" y="26160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B54A39-C32B-4FA2-BD7D-F37165E76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52" y="937898"/>
            <a:ext cx="510540" cy="365935"/>
          </a:xfrm>
          <a:custGeom xmlns:a="http://schemas.openxmlformats.org/drawingml/2006/main">
            <a:pathLst>
              <a:path w="510540" h="365935">
                <a:moveTo>
                  <a:pt x="0" y="74812"/>
                </a:moveTo>
                <a:lnTo>
                  <a:pt x="15954" y="33867"/>
                </a:lnTo>
                <a:lnTo>
                  <a:pt x="31909" y="7712"/>
                </a:lnTo>
                <a:lnTo>
                  <a:pt x="47863" y="0"/>
                </a:lnTo>
                <a:lnTo>
                  <a:pt x="63817" y="11486"/>
                </a:lnTo>
                <a:lnTo>
                  <a:pt x="79772" y="39235"/>
                </a:lnTo>
                <a:lnTo>
                  <a:pt x="95726" y="76761"/>
                </a:lnTo>
                <a:lnTo>
                  <a:pt x="111681" y="115300"/>
                </a:lnTo>
                <a:lnTo>
                  <a:pt x="127635" y="146000"/>
                </a:lnTo>
                <a:lnTo>
                  <a:pt x="143589" y="162420"/>
                </a:lnTo>
                <a:lnTo>
                  <a:pt x="159544" y="162530"/>
                </a:lnTo>
                <a:lnTo>
                  <a:pt x="175498" y="149444"/>
                </a:lnTo>
                <a:lnTo>
                  <a:pt x="191452" y="130552"/>
                </a:lnTo>
                <a:lnTo>
                  <a:pt x="207407" y="115235"/>
                </a:lnTo>
                <a:lnTo>
                  <a:pt x="223361" y="111919"/>
                </a:lnTo>
                <a:lnTo>
                  <a:pt x="239316" y="125460"/>
                </a:lnTo>
                <a:lnTo>
                  <a:pt x="255270" y="155773"/>
                </a:lnTo>
                <a:lnTo>
                  <a:pt x="271224" y="198140"/>
                </a:lnTo>
                <a:lnTo>
                  <a:pt x="287179" y="245018"/>
                </a:lnTo>
                <a:lnTo>
                  <a:pt x="303133" y="288612"/>
                </a:lnTo>
                <a:lnTo>
                  <a:pt x="319088" y="323220"/>
                </a:lnTo>
                <a:lnTo>
                  <a:pt x="335042" y="346530"/>
                </a:lnTo>
                <a:lnTo>
                  <a:pt x="350996" y="359491"/>
                </a:lnTo>
                <a:lnTo>
                  <a:pt x="366951" y="364979"/>
                </a:lnTo>
                <a:lnTo>
                  <a:pt x="382905" y="365935"/>
                </a:lnTo>
                <a:lnTo>
                  <a:pt x="398859" y="363793"/>
                </a:lnTo>
                <a:lnTo>
                  <a:pt x="414814" y="357827"/>
                </a:lnTo>
                <a:lnTo>
                  <a:pt x="430768" y="345624"/>
                </a:lnTo>
                <a:lnTo>
                  <a:pt x="446723" y="324390"/>
                </a:lnTo>
                <a:lnTo>
                  <a:pt x="462677" y="292513"/>
                </a:lnTo>
                <a:lnTo>
                  <a:pt x="478631" y="250720"/>
                </a:lnTo>
                <a:lnTo>
                  <a:pt x="494586" y="202381"/>
                </a:lnTo>
                <a:lnTo>
                  <a:pt x="510540" y="15288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83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496C1E-9C30-42A8-8C5A-B34F781A2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86010"/>
            <a:ext cx="219075" cy="953"/>
          </a:xfrm>
          <a:custGeom xmlns:a="http://schemas.openxmlformats.org/drawingml/2006/main"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59AA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822F9-EBC3-4D34-9E00-B76147F58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157" y="2444580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59AA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681310-964F-47C5-B293-28D76420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1838310"/>
            <a:ext cx="29146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B59A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CCF31D-0372-4205-9606-22F8EEAF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09760"/>
            <a:ext cx="104775" cy="104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B59AA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74B723-ACCF-4BDB-AB2A-2406D8C0C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2190735"/>
            <a:ext cx="238125" cy="114300"/>
          </a:xfrm>
          <a:custGeom xmlns:a="http://schemas.openxmlformats.org/drawingml/2006/main">
            <a:pathLst>
              <a:path w="238125" h="114300">
                <a:moveTo>
                  <a:pt x="0" y="114300"/>
                </a:moveTo>
                <a:lnTo>
                  <a:pt x="0" y="47625"/>
                </a:lnTo>
                <a:lnTo>
                  <a:pt x="38100" y="0"/>
                </a:lnTo>
                <a:lnTo>
                  <a:pt x="200025" y="0"/>
                </a:lnTo>
                <a:lnTo>
                  <a:pt x="238125" y="47625"/>
                </a:lnTo>
                <a:lnTo>
                  <a:pt x="238125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59AA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D1D3D9-162F-4933-8B79-C8124481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1981185"/>
            <a:ext cx="1704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Account B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2E9F05-C464-4085-9019-A26071828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000235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B59A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B59AA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48EAA30-0DBB-4FF0-8AF2-0EA4BB23F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61" y="2466960"/>
            <a:ext cx="510540" cy="533400"/>
          </a:xfrm>
          <a:prstGeom xmlns:a="http://schemas.openxmlformats.org/drawingml/2006/main" prst="roundRect">
            <a:avLst>
              <a:gd name="adj" fmla="val 559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29CF4FC-B2F6-4DB8-9FF4-C1FCEF45E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80522"/>
            <a:ext cx="2552700" cy="381913"/>
          </a:xfrm>
          <a:custGeom xmlns:a="http://schemas.openxmlformats.org/drawingml/2006/main">
            <a:pathLst>
              <a:path w="2552700" h="381913">
                <a:moveTo>
                  <a:pt x="0" y="153138"/>
                </a:moveTo>
                <a:lnTo>
                  <a:pt x="15954" y="136703"/>
                </a:lnTo>
                <a:lnTo>
                  <a:pt x="31909" y="121604"/>
                </a:lnTo>
                <a:lnTo>
                  <a:pt x="47863" y="109029"/>
                </a:lnTo>
                <a:lnTo>
                  <a:pt x="63817" y="99891"/>
                </a:lnTo>
                <a:lnTo>
                  <a:pt x="79772" y="94732"/>
                </a:lnTo>
                <a:lnTo>
                  <a:pt x="95726" y="93665"/>
                </a:lnTo>
                <a:lnTo>
                  <a:pt x="111681" y="96380"/>
                </a:lnTo>
                <a:lnTo>
                  <a:pt x="127635" y="102186"/>
                </a:lnTo>
                <a:lnTo>
                  <a:pt x="143589" y="110119"/>
                </a:lnTo>
                <a:lnTo>
                  <a:pt x="159544" y="119067"/>
                </a:lnTo>
                <a:lnTo>
                  <a:pt x="175498" y="127926"/>
                </a:lnTo>
                <a:lnTo>
                  <a:pt x="191453" y="135756"/>
                </a:lnTo>
                <a:lnTo>
                  <a:pt x="207407" y="141908"/>
                </a:lnTo>
                <a:lnTo>
                  <a:pt x="223361" y="146122"/>
                </a:lnTo>
                <a:lnTo>
                  <a:pt x="239316" y="148559"/>
                </a:lnTo>
                <a:lnTo>
                  <a:pt x="255270" y="149782"/>
                </a:lnTo>
                <a:lnTo>
                  <a:pt x="271224" y="150663"/>
                </a:lnTo>
                <a:lnTo>
                  <a:pt x="287179" y="152244"/>
                </a:lnTo>
                <a:lnTo>
                  <a:pt x="303133" y="155558"/>
                </a:lnTo>
                <a:lnTo>
                  <a:pt x="319088" y="161438"/>
                </a:lnTo>
                <a:lnTo>
                  <a:pt x="335042" y="170344"/>
                </a:lnTo>
                <a:lnTo>
                  <a:pt x="350996" y="182230"/>
                </a:lnTo>
                <a:lnTo>
                  <a:pt x="366951" y="196480"/>
                </a:lnTo>
                <a:lnTo>
                  <a:pt x="382905" y="211926"/>
                </a:lnTo>
                <a:lnTo>
                  <a:pt x="398859" y="226953"/>
                </a:lnTo>
                <a:lnTo>
                  <a:pt x="414814" y="239680"/>
                </a:lnTo>
                <a:lnTo>
                  <a:pt x="430768" y="248197"/>
                </a:lnTo>
                <a:lnTo>
                  <a:pt x="446722" y="250832"/>
                </a:lnTo>
                <a:lnTo>
                  <a:pt x="462677" y="246407"/>
                </a:lnTo>
                <a:lnTo>
                  <a:pt x="478631" y="234438"/>
                </a:lnTo>
                <a:lnTo>
                  <a:pt x="494586" y="215266"/>
                </a:lnTo>
                <a:lnTo>
                  <a:pt x="510540" y="190068"/>
                </a:lnTo>
                <a:lnTo>
                  <a:pt x="526494" y="160765"/>
                </a:lnTo>
                <a:lnTo>
                  <a:pt x="542449" y="129814"/>
                </a:lnTo>
                <a:lnTo>
                  <a:pt x="558403" y="99929"/>
                </a:lnTo>
                <a:lnTo>
                  <a:pt x="574358" y="73738"/>
                </a:lnTo>
                <a:lnTo>
                  <a:pt x="590312" y="53461"/>
                </a:lnTo>
                <a:lnTo>
                  <a:pt x="606266" y="40618"/>
                </a:lnTo>
                <a:lnTo>
                  <a:pt x="622221" y="35846"/>
                </a:lnTo>
                <a:lnTo>
                  <a:pt x="638175" y="38822"/>
                </a:lnTo>
                <a:lnTo>
                  <a:pt x="654129" y="48334"/>
                </a:lnTo>
                <a:lnTo>
                  <a:pt x="670084" y="62481"/>
                </a:lnTo>
                <a:lnTo>
                  <a:pt x="686038" y="78969"/>
                </a:lnTo>
                <a:lnTo>
                  <a:pt x="701992" y="95476"/>
                </a:lnTo>
                <a:lnTo>
                  <a:pt x="717947" y="110009"/>
                </a:lnTo>
                <a:lnTo>
                  <a:pt x="733901" y="121218"/>
                </a:lnTo>
                <a:lnTo>
                  <a:pt x="749856" y="128597"/>
                </a:lnTo>
                <a:lnTo>
                  <a:pt x="765810" y="132557"/>
                </a:lnTo>
                <a:lnTo>
                  <a:pt x="781764" y="134342"/>
                </a:lnTo>
                <a:lnTo>
                  <a:pt x="797719" y="135810"/>
                </a:lnTo>
                <a:lnTo>
                  <a:pt x="813673" y="139112"/>
                </a:lnTo>
                <a:lnTo>
                  <a:pt x="829628" y="146314"/>
                </a:lnTo>
                <a:lnTo>
                  <a:pt x="845582" y="159021"/>
                </a:lnTo>
                <a:lnTo>
                  <a:pt x="861536" y="178049"/>
                </a:lnTo>
                <a:lnTo>
                  <a:pt x="877491" y="203186"/>
                </a:lnTo>
                <a:lnTo>
                  <a:pt x="893445" y="233080"/>
                </a:lnTo>
                <a:lnTo>
                  <a:pt x="909399" y="265262"/>
                </a:lnTo>
                <a:lnTo>
                  <a:pt x="925354" y="296341"/>
                </a:lnTo>
                <a:lnTo>
                  <a:pt x="941308" y="322356"/>
                </a:lnTo>
                <a:lnTo>
                  <a:pt x="957263" y="339300"/>
                </a:lnTo>
                <a:lnTo>
                  <a:pt x="973217" y="343748"/>
                </a:lnTo>
                <a:lnTo>
                  <a:pt x="989171" y="333527"/>
                </a:lnTo>
                <a:lnTo>
                  <a:pt x="1005126" y="308279"/>
                </a:lnTo>
                <a:lnTo>
                  <a:pt x="1021080" y="269764"/>
                </a:lnTo>
                <a:lnTo>
                  <a:pt x="1037034" y="221759"/>
                </a:lnTo>
                <a:lnTo>
                  <a:pt x="1052989" y="169498"/>
                </a:lnTo>
                <a:lnTo>
                  <a:pt x="1068943" y="118719"/>
                </a:lnTo>
                <a:lnTo>
                  <a:pt x="1084897" y="74520"/>
                </a:lnTo>
                <a:lnTo>
                  <a:pt x="1100852" y="40339"/>
                </a:lnTo>
                <a:lnTo>
                  <a:pt x="1116806" y="17390"/>
                </a:lnTo>
                <a:lnTo>
                  <a:pt x="1132761" y="4733"/>
                </a:lnTo>
                <a:lnTo>
                  <a:pt x="1148715" y="0"/>
                </a:lnTo>
                <a:lnTo>
                  <a:pt x="1164669" y="510"/>
                </a:lnTo>
                <a:lnTo>
                  <a:pt x="1180624" y="4361"/>
                </a:lnTo>
                <a:lnTo>
                  <a:pt x="1196578" y="11056"/>
                </a:lnTo>
                <a:lnTo>
                  <a:pt x="1212533" y="21385"/>
                </a:lnTo>
                <a:lnTo>
                  <a:pt x="1228487" y="36606"/>
                </a:lnTo>
                <a:lnTo>
                  <a:pt x="1244441" y="57269"/>
                </a:lnTo>
                <a:lnTo>
                  <a:pt x="1260396" y="82230"/>
                </a:lnTo>
                <a:lnTo>
                  <a:pt x="1276350" y="108382"/>
                </a:lnTo>
                <a:lnTo>
                  <a:pt x="1292304" y="131350"/>
                </a:lnTo>
                <a:lnTo>
                  <a:pt x="1308259" y="146982"/>
                </a:lnTo>
                <a:lnTo>
                  <a:pt x="1324213" y="153093"/>
                </a:lnTo>
                <a:lnTo>
                  <a:pt x="1340168" y="150740"/>
                </a:lnTo>
                <a:lnTo>
                  <a:pt x="1356122" y="144403"/>
                </a:lnTo>
                <a:lnTo>
                  <a:pt x="1372076" y="140879"/>
                </a:lnTo>
                <a:lnTo>
                  <a:pt x="1388031" y="147149"/>
                </a:lnTo>
                <a:lnTo>
                  <a:pt x="1403985" y="167955"/>
                </a:lnTo>
                <a:lnTo>
                  <a:pt x="1419939" y="203943"/>
                </a:lnTo>
                <a:lnTo>
                  <a:pt x="1435894" y="251052"/>
                </a:lnTo>
                <a:lnTo>
                  <a:pt x="1451848" y="301397"/>
                </a:lnTo>
                <a:lnTo>
                  <a:pt x="1467803" y="345352"/>
                </a:lnTo>
                <a:lnTo>
                  <a:pt x="1483757" y="374110"/>
                </a:lnTo>
                <a:lnTo>
                  <a:pt x="1499711" y="381913"/>
                </a:lnTo>
                <a:lnTo>
                  <a:pt x="1515666" y="367272"/>
                </a:lnTo>
                <a:lnTo>
                  <a:pt x="1531620" y="332918"/>
                </a:lnTo>
                <a:lnTo>
                  <a:pt x="1547574" y="284665"/>
                </a:lnTo>
                <a:lnTo>
                  <a:pt x="1563529" y="229692"/>
                </a:lnTo>
                <a:lnTo>
                  <a:pt x="1579483" y="174847"/>
                </a:lnTo>
                <a:lnTo>
                  <a:pt x="1595438" y="125448"/>
                </a:lnTo>
                <a:lnTo>
                  <a:pt x="1611392" y="84789"/>
                </a:lnTo>
                <a:lnTo>
                  <a:pt x="1627346" y="54291"/>
                </a:lnTo>
                <a:lnTo>
                  <a:pt x="1643301" y="34011"/>
                </a:lnTo>
                <a:lnTo>
                  <a:pt x="1659255" y="23224"/>
                </a:lnTo>
                <a:lnTo>
                  <a:pt x="1675209" y="20822"/>
                </a:lnTo>
                <a:lnTo>
                  <a:pt x="1691164" y="25492"/>
                </a:lnTo>
                <a:lnTo>
                  <a:pt x="1707118" y="35702"/>
                </a:lnTo>
                <a:lnTo>
                  <a:pt x="1723072" y="49651"/>
                </a:lnTo>
                <a:lnTo>
                  <a:pt x="1739027" y="65310"/>
                </a:lnTo>
                <a:lnTo>
                  <a:pt x="1754981" y="80613"/>
                </a:lnTo>
                <a:lnTo>
                  <a:pt x="1770936" y="93767"/>
                </a:lnTo>
                <a:lnTo>
                  <a:pt x="1786890" y="103585"/>
                </a:lnTo>
                <a:lnTo>
                  <a:pt x="1802844" y="109742"/>
                </a:lnTo>
                <a:lnTo>
                  <a:pt x="1818799" y="112846"/>
                </a:lnTo>
                <a:lnTo>
                  <a:pt x="1834753" y="114307"/>
                </a:lnTo>
                <a:lnTo>
                  <a:pt x="1850707" y="116025"/>
                </a:lnTo>
                <a:lnTo>
                  <a:pt x="1866662" y="119970"/>
                </a:lnTo>
                <a:lnTo>
                  <a:pt x="1882616" y="127768"/>
                </a:lnTo>
                <a:lnTo>
                  <a:pt x="1898571" y="140348"/>
                </a:lnTo>
                <a:lnTo>
                  <a:pt x="1914525" y="157742"/>
                </a:lnTo>
                <a:lnTo>
                  <a:pt x="1930479" y="179050"/>
                </a:lnTo>
                <a:lnTo>
                  <a:pt x="1946434" y="202564"/>
                </a:lnTo>
                <a:lnTo>
                  <a:pt x="1962388" y="226019"/>
                </a:lnTo>
                <a:lnTo>
                  <a:pt x="1978343" y="246932"/>
                </a:lnTo>
                <a:lnTo>
                  <a:pt x="1994297" y="262954"/>
                </a:lnTo>
                <a:lnTo>
                  <a:pt x="2010251" y="272199"/>
                </a:lnTo>
                <a:lnTo>
                  <a:pt x="2026206" y="273503"/>
                </a:lnTo>
                <a:lnTo>
                  <a:pt x="2042160" y="266573"/>
                </a:lnTo>
                <a:lnTo>
                  <a:pt x="2058114" y="252013"/>
                </a:lnTo>
                <a:lnTo>
                  <a:pt x="2074069" y="231235"/>
                </a:lnTo>
                <a:lnTo>
                  <a:pt x="2090023" y="206264"/>
                </a:lnTo>
                <a:lnTo>
                  <a:pt x="2105978" y="179473"/>
                </a:lnTo>
                <a:lnTo>
                  <a:pt x="2121932" y="153284"/>
                </a:lnTo>
                <a:lnTo>
                  <a:pt x="2137886" y="129876"/>
                </a:lnTo>
                <a:lnTo>
                  <a:pt x="2153841" y="110945"/>
                </a:lnTo>
                <a:lnTo>
                  <a:pt x="2169795" y="97539"/>
                </a:lnTo>
                <a:lnTo>
                  <a:pt x="2185749" y="89991"/>
                </a:lnTo>
                <a:lnTo>
                  <a:pt x="2201704" y="87946"/>
                </a:lnTo>
                <a:lnTo>
                  <a:pt x="2217658" y="90477"/>
                </a:lnTo>
                <a:lnTo>
                  <a:pt x="2233613" y="96271"/>
                </a:lnTo>
                <a:lnTo>
                  <a:pt x="2249567" y="103846"/>
                </a:lnTo>
                <a:lnTo>
                  <a:pt x="2265521" y="111771"/>
                </a:lnTo>
                <a:lnTo>
                  <a:pt x="2281476" y="118862"/>
                </a:lnTo>
                <a:lnTo>
                  <a:pt x="2297430" y="124326"/>
                </a:lnTo>
                <a:lnTo>
                  <a:pt x="2313384" y="127833"/>
                </a:lnTo>
                <a:lnTo>
                  <a:pt x="2329339" y="129518"/>
                </a:lnTo>
                <a:lnTo>
                  <a:pt x="2345293" y="129920"/>
                </a:lnTo>
                <a:lnTo>
                  <a:pt x="2361248" y="129855"/>
                </a:lnTo>
                <a:lnTo>
                  <a:pt x="2377202" y="130268"/>
                </a:lnTo>
                <a:lnTo>
                  <a:pt x="2393156" y="132064"/>
                </a:lnTo>
                <a:lnTo>
                  <a:pt x="2409111" y="135958"/>
                </a:lnTo>
                <a:lnTo>
                  <a:pt x="2425065" y="142356"/>
                </a:lnTo>
                <a:lnTo>
                  <a:pt x="2441019" y="151276"/>
                </a:lnTo>
                <a:lnTo>
                  <a:pt x="2456974" y="162337"/>
                </a:lnTo>
                <a:lnTo>
                  <a:pt x="2472928" y="174786"/>
                </a:lnTo>
                <a:lnTo>
                  <a:pt x="2488883" y="187593"/>
                </a:lnTo>
                <a:lnTo>
                  <a:pt x="2504837" y="199564"/>
                </a:lnTo>
                <a:lnTo>
                  <a:pt x="2520791" y="209492"/>
                </a:lnTo>
                <a:lnTo>
                  <a:pt x="2536746" y="216297"/>
                </a:lnTo>
                <a:lnTo>
                  <a:pt x="2552700" y="21916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21B6CA7-2808-4BB4-A75F-3201F4E8E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52" y="2580522"/>
            <a:ext cx="510540" cy="381913"/>
          </a:xfrm>
          <a:custGeom xmlns:a="http://schemas.openxmlformats.org/drawingml/2006/main">
            <a:pathLst>
              <a:path w="510540" h="381913">
                <a:moveTo>
                  <a:pt x="0" y="40339"/>
                </a:moveTo>
                <a:lnTo>
                  <a:pt x="15954" y="17390"/>
                </a:lnTo>
                <a:lnTo>
                  <a:pt x="31909" y="4733"/>
                </a:lnTo>
                <a:lnTo>
                  <a:pt x="47863" y="0"/>
                </a:lnTo>
                <a:lnTo>
                  <a:pt x="63817" y="510"/>
                </a:lnTo>
                <a:lnTo>
                  <a:pt x="79772" y="4361"/>
                </a:lnTo>
                <a:lnTo>
                  <a:pt x="95726" y="11056"/>
                </a:lnTo>
                <a:lnTo>
                  <a:pt x="111681" y="21385"/>
                </a:lnTo>
                <a:lnTo>
                  <a:pt x="127635" y="36606"/>
                </a:lnTo>
                <a:lnTo>
                  <a:pt x="143589" y="57269"/>
                </a:lnTo>
                <a:lnTo>
                  <a:pt x="159544" y="82230"/>
                </a:lnTo>
                <a:lnTo>
                  <a:pt x="175498" y="108382"/>
                </a:lnTo>
                <a:lnTo>
                  <a:pt x="191452" y="131350"/>
                </a:lnTo>
                <a:lnTo>
                  <a:pt x="207407" y="146982"/>
                </a:lnTo>
                <a:lnTo>
                  <a:pt x="223361" y="153093"/>
                </a:lnTo>
                <a:lnTo>
                  <a:pt x="239316" y="150740"/>
                </a:lnTo>
                <a:lnTo>
                  <a:pt x="255270" y="144403"/>
                </a:lnTo>
                <a:lnTo>
                  <a:pt x="271224" y="140879"/>
                </a:lnTo>
                <a:lnTo>
                  <a:pt x="287179" y="147149"/>
                </a:lnTo>
                <a:lnTo>
                  <a:pt x="303133" y="167955"/>
                </a:lnTo>
                <a:lnTo>
                  <a:pt x="319088" y="203943"/>
                </a:lnTo>
                <a:lnTo>
                  <a:pt x="335042" y="251052"/>
                </a:lnTo>
                <a:lnTo>
                  <a:pt x="350996" y="301397"/>
                </a:lnTo>
                <a:lnTo>
                  <a:pt x="366951" y="345352"/>
                </a:lnTo>
                <a:lnTo>
                  <a:pt x="382905" y="374110"/>
                </a:lnTo>
                <a:lnTo>
                  <a:pt x="398859" y="381913"/>
                </a:lnTo>
                <a:lnTo>
                  <a:pt x="414814" y="367272"/>
                </a:lnTo>
                <a:lnTo>
                  <a:pt x="430768" y="332918"/>
                </a:lnTo>
                <a:lnTo>
                  <a:pt x="446723" y="284665"/>
                </a:lnTo>
                <a:lnTo>
                  <a:pt x="462677" y="229692"/>
                </a:lnTo>
                <a:lnTo>
                  <a:pt x="478631" y="174847"/>
                </a:lnTo>
                <a:lnTo>
                  <a:pt x="494586" y="125448"/>
                </a:lnTo>
                <a:lnTo>
                  <a:pt x="510540" y="84789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59AA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0F9A6E-3DCD-43CB-AB93-A909F4D2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086195"/>
            <a:ext cx="219075" cy="953"/>
          </a:xfrm>
          <a:custGeom xmlns:a="http://schemas.openxmlformats.org/drawingml/2006/main">
            <a:pathLst>
              <a:path w="219075" h="953">
                <a:moveTo>
                  <a:pt x="0" y="0"/>
                </a:moveTo>
                <a:lnTo>
                  <a:pt x="2190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8944F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1C4A2D-A1FC-44C6-BA59-4D72134E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157" y="404476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8944F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B6560E1-BE4D-4959-AEBF-E123D566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438495"/>
            <a:ext cx="2914650" cy="1314450"/>
          </a:xfrm>
          <a:prstGeom xmlns:a="http://schemas.openxmlformats.org/drawingml/2006/main" prst="roundRect">
            <a:avLst>
              <a:gd name="adj" fmla="val 72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8944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46BEA8-49CA-4286-A276-5012E90E2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609945"/>
            <a:ext cx="104775" cy="104775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7145">
            <a:solidFill>
              <a:srgbClr val="78944F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E1D2461-A446-45D0-91A1-74430C2EC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90920"/>
            <a:ext cx="238125" cy="114300"/>
          </a:xfrm>
          <a:custGeom xmlns:a="http://schemas.openxmlformats.org/drawingml/2006/main">
            <a:pathLst>
              <a:path w="238125" h="114300">
                <a:moveTo>
                  <a:pt x="0" y="114300"/>
                </a:moveTo>
                <a:lnTo>
                  <a:pt x="0" y="47625"/>
                </a:lnTo>
                <a:lnTo>
                  <a:pt x="38100" y="0"/>
                </a:lnTo>
                <a:lnTo>
                  <a:pt x="200025" y="0"/>
                </a:lnTo>
                <a:lnTo>
                  <a:pt x="238125" y="47625"/>
                </a:lnTo>
                <a:lnTo>
                  <a:pt x="238125" y="11430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8944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E9A65B2-FDE2-44E0-A8F2-1DDA353FD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581370"/>
            <a:ext cx="17049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Account 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FC7DA4F-D0BB-4E20-93AE-9394ACC1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600420"/>
            <a:ext cx="628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78944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78944F"/>
                </a:solidFill>
                <a:latin typeface="Arial"/>
                <a:ea typeface="Arial"/>
                <a:cs typeface="Arial"/>
              </a:rPr>
              <a:t>011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2D4A4FD-BDF8-406E-8B45-8726E2834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1761" y="4067145"/>
            <a:ext cx="510540" cy="533400"/>
          </a:xfrm>
          <a:prstGeom xmlns:a="http://schemas.openxmlformats.org/drawingml/2006/main" prst="roundRect">
            <a:avLst>
              <a:gd name="adj" fmla="val 559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DF15FE9-46B8-440E-8E1F-9A807D8C9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4152157"/>
            <a:ext cx="2552700" cy="369723"/>
          </a:xfrm>
          <a:custGeom xmlns:a="http://schemas.openxmlformats.org/drawingml/2006/main">
            <a:pathLst>
              <a:path w="2552700" h="369723">
                <a:moveTo>
                  <a:pt x="0" y="181688"/>
                </a:moveTo>
                <a:lnTo>
                  <a:pt x="15954" y="165253"/>
                </a:lnTo>
                <a:lnTo>
                  <a:pt x="31909" y="150153"/>
                </a:lnTo>
                <a:lnTo>
                  <a:pt x="47863" y="137578"/>
                </a:lnTo>
                <a:lnTo>
                  <a:pt x="63817" y="128441"/>
                </a:lnTo>
                <a:lnTo>
                  <a:pt x="79772" y="123282"/>
                </a:lnTo>
                <a:lnTo>
                  <a:pt x="95726" y="122215"/>
                </a:lnTo>
                <a:lnTo>
                  <a:pt x="111681" y="124929"/>
                </a:lnTo>
                <a:lnTo>
                  <a:pt x="127635" y="130736"/>
                </a:lnTo>
                <a:lnTo>
                  <a:pt x="143589" y="138669"/>
                </a:lnTo>
                <a:lnTo>
                  <a:pt x="159544" y="147616"/>
                </a:lnTo>
                <a:lnTo>
                  <a:pt x="175498" y="156476"/>
                </a:lnTo>
                <a:lnTo>
                  <a:pt x="191453" y="164306"/>
                </a:lnTo>
                <a:lnTo>
                  <a:pt x="207407" y="170458"/>
                </a:lnTo>
                <a:lnTo>
                  <a:pt x="223361" y="174671"/>
                </a:lnTo>
                <a:lnTo>
                  <a:pt x="239316" y="177109"/>
                </a:lnTo>
                <a:lnTo>
                  <a:pt x="255270" y="178331"/>
                </a:lnTo>
                <a:lnTo>
                  <a:pt x="271224" y="179212"/>
                </a:lnTo>
                <a:lnTo>
                  <a:pt x="287179" y="180794"/>
                </a:lnTo>
                <a:lnTo>
                  <a:pt x="303133" y="184108"/>
                </a:lnTo>
                <a:lnTo>
                  <a:pt x="319088" y="189988"/>
                </a:lnTo>
                <a:lnTo>
                  <a:pt x="335042" y="198894"/>
                </a:lnTo>
                <a:lnTo>
                  <a:pt x="350996" y="210779"/>
                </a:lnTo>
                <a:lnTo>
                  <a:pt x="366951" y="225029"/>
                </a:lnTo>
                <a:lnTo>
                  <a:pt x="382905" y="240476"/>
                </a:lnTo>
                <a:lnTo>
                  <a:pt x="398859" y="255503"/>
                </a:lnTo>
                <a:lnTo>
                  <a:pt x="414814" y="268230"/>
                </a:lnTo>
                <a:lnTo>
                  <a:pt x="430768" y="276746"/>
                </a:lnTo>
                <a:lnTo>
                  <a:pt x="446722" y="279382"/>
                </a:lnTo>
                <a:lnTo>
                  <a:pt x="462677" y="274956"/>
                </a:lnTo>
                <a:lnTo>
                  <a:pt x="478631" y="262988"/>
                </a:lnTo>
                <a:lnTo>
                  <a:pt x="494586" y="243816"/>
                </a:lnTo>
                <a:lnTo>
                  <a:pt x="510540" y="218619"/>
                </a:lnTo>
                <a:lnTo>
                  <a:pt x="526494" y="189315"/>
                </a:lnTo>
                <a:lnTo>
                  <a:pt x="542449" y="158365"/>
                </a:lnTo>
                <a:lnTo>
                  <a:pt x="558403" y="128477"/>
                </a:lnTo>
                <a:lnTo>
                  <a:pt x="574358" y="102283"/>
                </a:lnTo>
                <a:lnTo>
                  <a:pt x="590312" y="82003"/>
                </a:lnTo>
                <a:lnTo>
                  <a:pt x="606266" y="69158"/>
                </a:lnTo>
                <a:lnTo>
                  <a:pt x="622221" y="64388"/>
                </a:lnTo>
                <a:lnTo>
                  <a:pt x="638175" y="67372"/>
                </a:lnTo>
                <a:lnTo>
                  <a:pt x="654129" y="76901"/>
                </a:lnTo>
                <a:lnTo>
                  <a:pt x="670084" y="91070"/>
                </a:lnTo>
                <a:lnTo>
                  <a:pt x="686038" y="107581"/>
                </a:lnTo>
                <a:lnTo>
                  <a:pt x="701992" y="124095"/>
                </a:lnTo>
                <a:lnTo>
                  <a:pt x="717947" y="138603"/>
                </a:lnTo>
                <a:lnTo>
                  <a:pt x="733901" y="149741"/>
                </a:lnTo>
                <a:lnTo>
                  <a:pt x="749856" y="157005"/>
                </a:lnTo>
                <a:lnTo>
                  <a:pt x="765810" y="160831"/>
                </a:lnTo>
                <a:lnTo>
                  <a:pt x="781764" y="162520"/>
                </a:lnTo>
                <a:lnTo>
                  <a:pt x="797719" y="164007"/>
                </a:lnTo>
                <a:lnTo>
                  <a:pt x="813673" y="167515"/>
                </a:lnTo>
                <a:lnTo>
                  <a:pt x="829628" y="175138"/>
                </a:lnTo>
                <a:lnTo>
                  <a:pt x="845582" y="188417"/>
                </a:lnTo>
                <a:lnTo>
                  <a:pt x="861536" y="207991"/>
                </a:lnTo>
                <a:lnTo>
                  <a:pt x="877491" y="233375"/>
                </a:lnTo>
                <a:lnTo>
                  <a:pt x="893445" y="262925"/>
                </a:lnTo>
                <a:lnTo>
                  <a:pt x="909399" y="293996"/>
                </a:lnTo>
                <a:lnTo>
                  <a:pt x="925354" y="323280"/>
                </a:lnTo>
                <a:lnTo>
                  <a:pt x="941308" y="347253"/>
                </a:lnTo>
                <a:lnTo>
                  <a:pt x="957263" y="362671"/>
                </a:lnTo>
                <a:lnTo>
                  <a:pt x="973217" y="367003"/>
                </a:lnTo>
                <a:lnTo>
                  <a:pt x="989171" y="358758"/>
                </a:lnTo>
                <a:lnTo>
                  <a:pt x="1005126" y="337655"/>
                </a:lnTo>
                <a:lnTo>
                  <a:pt x="1021080" y="304642"/>
                </a:lnTo>
                <a:lnTo>
                  <a:pt x="1037034" y="261809"/>
                </a:lnTo>
                <a:lnTo>
                  <a:pt x="1052989" y="212226"/>
                </a:lnTo>
                <a:lnTo>
                  <a:pt x="1068943" y="159732"/>
                </a:lnTo>
                <a:lnTo>
                  <a:pt x="1084897" y="108669"/>
                </a:lnTo>
                <a:lnTo>
                  <a:pt x="1100852" y="63530"/>
                </a:lnTo>
                <a:lnTo>
                  <a:pt x="1116806" y="28475"/>
                </a:lnTo>
                <a:lnTo>
                  <a:pt x="1132761" y="6737"/>
                </a:lnTo>
                <a:lnTo>
                  <a:pt x="1148715" y="0"/>
                </a:lnTo>
                <a:lnTo>
                  <a:pt x="1164669" y="7894"/>
                </a:lnTo>
                <a:lnTo>
                  <a:pt x="1180624" y="27822"/>
                </a:lnTo>
                <a:lnTo>
                  <a:pt x="1196578" y="55257"/>
                </a:lnTo>
                <a:lnTo>
                  <a:pt x="1212533" y="84564"/>
                </a:lnTo>
                <a:lnTo>
                  <a:pt x="1228487" y="110198"/>
                </a:lnTo>
                <a:lnTo>
                  <a:pt x="1244441" y="128007"/>
                </a:lnTo>
                <a:lnTo>
                  <a:pt x="1260396" y="136250"/>
                </a:lnTo>
                <a:lnTo>
                  <a:pt x="1276350" y="136006"/>
                </a:lnTo>
                <a:lnTo>
                  <a:pt x="1292304" y="130813"/>
                </a:lnTo>
                <a:lnTo>
                  <a:pt x="1308259" y="125625"/>
                </a:lnTo>
                <a:lnTo>
                  <a:pt x="1324213" y="125394"/>
                </a:lnTo>
                <a:lnTo>
                  <a:pt x="1340168" y="133733"/>
                </a:lnTo>
                <a:lnTo>
                  <a:pt x="1356122" y="152052"/>
                </a:lnTo>
                <a:lnTo>
                  <a:pt x="1372076" y="179400"/>
                </a:lnTo>
                <a:lnTo>
                  <a:pt x="1388031" y="212988"/>
                </a:lnTo>
                <a:lnTo>
                  <a:pt x="1403985" y="249124"/>
                </a:lnTo>
                <a:lnTo>
                  <a:pt x="1419939" y="284184"/>
                </a:lnTo>
                <a:lnTo>
                  <a:pt x="1435894" y="315283"/>
                </a:lnTo>
                <a:lnTo>
                  <a:pt x="1451848" y="340479"/>
                </a:lnTo>
                <a:lnTo>
                  <a:pt x="1467803" y="358556"/>
                </a:lnTo>
                <a:lnTo>
                  <a:pt x="1483757" y="368610"/>
                </a:lnTo>
                <a:lnTo>
                  <a:pt x="1499711" y="369723"/>
                </a:lnTo>
                <a:lnTo>
                  <a:pt x="1515666" y="360918"/>
                </a:lnTo>
                <a:lnTo>
                  <a:pt x="1531620" y="341466"/>
                </a:lnTo>
                <a:lnTo>
                  <a:pt x="1547574" y="311389"/>
                </a:lnTo>
                <a:lnTo>
                  <a:pt x="1563529" y="271954"/>
                </a:lnTo>
                <a:lnTo>
                  <a:pt x="1579483" y="225889"/>
                </a:lnTo>
                <a:lnTo>
                  <a:pt x="1595438" y="177203"/>
                </a:lnTo>
                <a:lnTo>
                  <a:pt x="1611392" y="130601"/>
                </a:lnTo>
                <a:lnTo>
                  <a:pt x="1627346" y="90657"/>
                </a:lnTo>
                <a:lnTo>
                  <a:pt x="1643301" y="60974"/>
                </a:lnTo>
                <a:lnTo>
                  <a:pt x="1659255" y="43552"/>
                </a:lnTo>
                <a:lnTo>
                  <a:pt x="1675209" y="38530"/>
                </a:lnTo>
                <a:lnTo>
                  <a:pt x="1691164" y="44313"/>
                </a:lnTo>
                <a:lnTo>
                  <a:pt x="1707118" y="58034"/>
                </a:lnTo>
                <a:lnTo>
                  <a:pt x="1723072" y="76199"/>
                </a:lnTo>
                <a:lnTo>
                  <a:pt x="1739027" y="95351"/>
                </a:lnTo>
                <a:lnTo>
                  <a:pt x="1754981" y="112631"/>
                </a:lnTo>
                <a:lnTo>
                  <a:pt x="1770936" y="126148"/>
                </a:lnTo>
                <a:lnTo>
                  <a:pt x="1786890" y="135134"/>
                </a:lnTo>
                <a:lnTo>
                  <a:pt x="1802844" y="139906"/>
                </a:lnTo>
                <a:lnTo>
                  <a:pt x="1818799" y="141665"/>
                </a:lnTo>
                <a:lnTo>
                  <a:pt x="1834753" y="142198"/>
                </a:lnTo>
                <a:lnTo>
                  <a:pt x="1850707" y="143522"/>
                </a:lnTo>
                <a:lnTo>
                  <a:pt x="1866662" y="147524"/>
                </a:lnTo>
                <a:lnTo>
                  <a:pt x="1882616" y="155639"/>
                </a:lnTo>
                <a:lnTo>
                  <a:pt x="1898571" y="168601"/>
                </a:lnTo>
                <a:lnTo>
                  <a:pt x="1914525" y="186304"/>
                </a:lnTo>
                <a:lnTo>
                  <a:pt x="1930479" y="207786"/>
                </a:lnTo>
                <a:lnTo>
                  <a:pt x="1946434" y="231345"/>
                </a:lnTo>
                <a:lnTo>
                  <a:pt x="1962388" y="254759"/>
                </a:lnTo>
                <a:lnTo>
                  <a:pt x="1978343" y="275594"/>
                </a:lnTo>
                <a:lnTo>
                  <a:pt x="1994297" y="291540"/>
                </a:lnTo>
                <a:lnTo>
                  <a:pt x="2010251" y="300735"/>
                </a:lnTo>
                <a:lnTo>
                  <a:pt x="2026206" y="302016"/>
                </a:lnTo>
                <a:lnTo>
                  <a:pt x="2042160" y="295085"/>
                </a:lnTo>
                <a:lnTo>
                  <a:pt x="2058114" y="280536"/>
                </a:lnTo>
                <a:lnTo>
                  <a:pt x="2074069" y="259771"/>
                </a:lnTo>
                <a:lnTo>
                  <a:pt x="2090023" y="234811"/>
                </a:lnTo>
                <a:lnTo>
                  <a:pt x="2105978" y="208026"/>
                </a:lnTo>
                <a:lnTo>
                  <a:pt x="2121932" y="181839"/>
                </a:lnTo>
                <a:lnTo>
                  <a:pt x="2137886" y="158430"/>
                </a:lnTo>
                <a:lnTo>
                  <a:pt x="2153841" y="139497"/>
                </a:lnTo>
                <a:lnTo>
                  <a:pt x="2169795" y="126090"/>
                </a:lnTo>
                <a:lnTo>
                  <a:pt x="2185749" y="118541"/>
                </a:lnTo>
                <a:lnTo>
                  <a:pt x="2201704" y="116495"/>
                </a:lnTo>
                <a:lnTo>
                  <a:pt x="2217658" y="119026"/>
                </a:lnTo>
                <a:lnTo>
                  <a:pt x="2233613" y="124821"/>
                </a:lnTo>
                <a:lnTo>
                  <a:pt x="2249567" y="132396"/>
                </a:lnTo>
                <a:lnTo>
                  <a:pt x="2265521" y="140320"/>
                </a:lnTo>
                <a:lnTo>
                  <a:pt x="2281476" y="147412"/>
                </a:lnTo>
                <a:lnTo>
                  <a:pt x="2297430" y="152876"/>
                </a:lnTo>
                <a:lnTo>
                  <a:pt x="2313384" y="156382"/>
                </a:lnTo>
                <a:lnTo>
                  <a:pt x="2329339" y="158068"/>
                </a:lnTo>
                <a:lnTo>
                  <a:pt x="2345293" y="158470"/>
                </a:lnTo>
                <a:lnTo>
                  <a:pt x="2361248" y="158405"/>
                </a:lnTo>
                <a:lnTo>
                  <a:pt x="2377202" y="158817"/>
                </a:lnTo>
                <a:lnTo>
                  <a:pt x="2393156" y="160613"/>
                </a:lnTo>
                <a:lnTo>
                  <a:pt x="2409111" y="164508"/>
                </a:lnTo>
                <a:lnTo>
                  <a:pt x="2425065" y="170905"/>
                </a:lnTo>
                <a:lnTo>
                  <a:pt x="2441019" y="179826"/>
                </a:lnTo>
                <a:lnTo>
                  <a:pt x="2456974" y="190886"/>
                </a:lnTo>
                <a:lnTo>
                  <a:pt x="2472928" y="203336"/>
                </a:lnTo>
                <a:lnTo>
                  <a:pt x="2488883" y="216143"/>
                </a:lnTo>
                <a:lnTo>
                  <a:pt x="2504837" y="228114"/>
                </a:lnTo>
                <a:lnTo>
                  <a:pt x="2520791" y="238042"/>
                </a:lnTo>
                <a:lnTo>
                  <a:pt x="2536746" y="244847"/>
                </a:lnTo>
                <a:lnTo>
                  <a:pt x="2552700" y="247713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DC0EDB8-42B2-4617-8DEA-4799D7A59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4952" y="4152157"/>
            <a:ext cx="510540" cy="369723"/>
          </a:xfrm>
          <a:custGeom xmlns:a="http://schemas.openxmlformats.org/drawingml/2006/main">
            <a:pathLst>
              <a:path w="510540" h="369723">
                <a:moveTo>
                  <a:pt x="0" y="63530"/>
                </a:moveTo>
                <a:lnTo>
                  <a:pt x="15954" y="28475"/>
                </a:lnTo>
                <a:lnTo>
                  <a:pt x="31909" y="6737"/>
                </a:lnTo>
                <a:lnTo>
                  <a:pt x="47863" y="0"/>
                </a:lnTo>
                <a:lnTo>
                  <a:pt x="63817" y="7894"/>
                </a:lnTo>
                <a:lnTo>
                  <a:pt x="79772" y="27822"/>
                </a:lnTo>
                <a:lnTo>
                  <a:pt x="95726" y="55257"/>
                </a:lnTo>
                <a:lnTo>
                  <a:pt x="111681" y="84564"/>
                </a:lnTo>
                <a:lnTo>
                  <a:pt x="127635" y="110198"/>
                </a:lnTo>
                <a:lnTo>
                  <a:pt x="143589" y="128007"/>
                </a:lnTo>
                <a:lnTo>
                  <a:pt x="159544" y="136250"/>
                </a:lnTo>
                <a:lnTo>
                  <a:pt x="175498" y="136006"/>
                </a:lnTo>
                <a:lnTo>
                  <a:pt x="191452" y="130813"/>
                </a:lnTo>
                <a:lnTo>
                  <a:pt x="207407" y="125625"/>
                </a:lnTo>
                <a:lnTo>
                  <a:pt x="223361" y="125394"/>
                </a:lnTo>
                <a:lnTo>
                  <a:pt x="239316" y="133733"/>
                </a:lnTo>
                <a:lnTo>
                  <a:pt x="255270" y="152052"/>
                </a:lnTo>
                <a:lnTo>
                  <a:pt x="271224" y="179400"/>
                </a:lnTo>
                <a:lnTo>
                  <a:pt x="287179" y="212988"/>
                </a:lnTo>
                <a:lnTo>
                  <a:pt x="303133" y="249124"/>
                </a:lnTo>
                <a:lnTo>
                  <a:pt x="319088" y="284184"/>
                </a:lnTo>
                <a:lnTo>
                  <a:pt x="335042" y="315283"/>
                </a:lnTo>
                <a:lnTo>
                  <a:pt x="350996" y="340479"/>
                </a:lnTo>
                <a:lnTo>
                  <a:pt x="366951" y="358556"/>
                </a:lnTo>
                <a:lnTo>
                  <a:pt x="382905" y="368610"/>
                </a:lnTo>
                <a:lnTo>
                  <a:pt x="398859" y="369723"/>
                </a:lnTo>
                <a:lnTo>
                  <a:pt x="414814" y="360918"/>
                </a:lnTo>
                <a:lnTo>
                  <a:pt x="430768" y="341466"/>
                </a:lnTo>
                <a:lnTo>
                  <a:pt x="446723" y="311389"/>
                </a:lnTo>
                <a:lnTo>
                  <a:pt x="462677" y="271954"/>
                </a:lnTo>
                <a:lnTo>
                  <a:pt x="478631" y="225889"/>
                </a:lnTo>
                <a:lnTo>
                  <a:pt x="494586" y="177203"/>
                </a:lnTo>
                <a:lnTo>
                  <a:pt x="510540" y="13060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8944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20097D9-8EAB-4C24-A46D-D94F739F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781520"/>
            <a:ext cx="2857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97B8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97B8C"/>
                </a:solidFill>
                <a:latin typeface="Arial"/>
                <a:ea typeface="Arial"/>
                <a:cs typeface="Arial"/>
              </a:rPr>
              <a:t>Watermark differences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AC2C0F9-CE09-44EA-859B-FE9F1A8B8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8125"/>
            <a:ext cx="8553450" cy="2028825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7145">
            <a:solidFill>
              <a:srgbClr val="B5C9D1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9C365F9-6D2F-4EBE-98DB-9F95D1128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447675"/>
            <a:ext cx="953" cy="1609725"/>
          </a:xfrm>
          <a:custGeom xmlns:a="http://schemas.openxmlformats.org/drawingml/2006/main">
            <a:pathLst>
              <a:path w="953" h="1609725">
                <a:moveTo>
                  <a:pt x="0" y="0"/>
                </a:moveTo>
                <a:lnTo>
                  <a:pt x="0" y="1609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FDBD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89E0E26-A163-481C-8C65-04EC7CCB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343120"/>
            <a:ext cx="8553450" cy="2409825"/>
          </a:xfrm>
          <a:prstGeom xmlns:a="http://schemas.openxmlformats.org/drawingml/2006/main" prst="roundRect">
            <a:avLst>
              <a:gd name="adj" fmla="val 4743"/>
            </a:avLst>
          </a:prstGeom>
          <a:solidFill xmlns:a="http://schemas.openxmlformats.org/drawingml/2006/main">
            <a:srgbClr val="F7FAFB"/>
          </a:solidFill>
          <a:ln xmlns:a="http://schemas.openxmlformats.org/drawingml/2006/main" w="17145">
            <a:solidFill>
              <a:srgbClr val="B5C9D1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8527BA-0262-4FD9-B6DD-4A739372F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52670"/>
            <a:ext cx="953" cy="1990725"/>
          </a:xfrm>
          <a:custGeom xmlns:a="http://schemas.openxmlformats.org/drawingml/2006/main">
            <a:pathLst>
              <a:path w="953" h="1990725">
                <a:moveTo>
                  <a:pt x="0" y="0"/>
                </a:moveTo>
                <a:lnTo>
                  <a:pt x="0" y="1990725"/>
                </a:lnTo>
              </a:path>
            </a:pathLst>
          </a:custGeom>
          <a:noFill xmlns:a="http://schemas.openxmlformats.org/drawingml/2006/main"/>
          <a:ln xmlns:a="http://schemas.openxmlformats.org/drawingml/2006/main" w="14288">
            <a:solidFill>
              <a:srgbClr val="CFDBD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580D5E5-9630-45F6-8494-3835B28B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3879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38798"/>
                </a:solidFill>
                <a:latin typeface="Arial"/>
                <a:ea typeface="Arial"/>
                <a:cs typeface="Arial"/>
              </a:rPr>
              <a:t>Correct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E011C6-06F9-4B6F-97B2-F5D308E1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47647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BF4D6C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BF4D6C"/>
                </a:solidFill>
                <a:latin typeface="Arial"/>
                <a:ea typeface="Arial"/>
                <a:cs typeface="Arial"/>
              </a:rPr>
              <a:t>Coalition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A3E3C7-AA88-4C7A-861D-620DBB6B3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133475"/>
            <a:ext cx="1647825" cy="953"/>
          </a:xfrm>
          <a:custGeom xmlns:a="http://schemas.openxmlformats.org/drawingml/2006/main">
            <a:pathLst>
              <a:path w="1647825" h="953">
                <a:moveTo>
                  <a:pt x="0" y="0"/>
                </a:moveTo>
                <a:lnTo>
                  <a:pt x="16478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C8835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8EFACBE-9B75-45B0-B1C2-85900CA1B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6982" y="109204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DC8835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D951071-AD47-43E1-B0D0-AA3A3D6C2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847725"/>
            <a:ext cx="333375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38798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C627C66-EA46-4682-96D8-BE141DFD7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089" y="1009650"/>
            <a:ext cx="430530" cy="533400"/>
          </a:xfrm>
          <a:prstGeom xmlns:a="http://schemas.openxmlformats.org/drawingml/2006/main" prst="roundRect">
            <a:avLst>
              <a:gd name="adj" fmla="val 663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641F36C-E3E5-4D6F-9BA6-D2DD64690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080773"/>
            <a:ext cx="2152650" cy="378316"/>
          </a:xfrm>
          <a:custGeom xmlns:a="http://schemas.openxmlformats.org/drawingml/2006/main">
            <a:pathLst>
              <a:path w="2152650" h="378316">
                <a:moveTo>
                  <a:pt x="0" y="195577"/>
                </a:moveTo>
                <a:lnTo>
                  <a:pt x="13454" y="179142"/>
                </a:lnTo>
                <a:lnTo>
                  <a:pt x="26908" y="164042"/>
                </a:lnTo>
                <a:lnTo>
                  <a:pt x="40362" y="151467"/>
                </a:lnTo>
                <a:lnTo>
                  <a:pt x="53816" y="142330"/>
                </a:lnTo>
                <a:lnTo>
                  <a:pt x="67270" y="137171"/>
                </a:lnTo>
                <a:lnTo>
                  <a:pt x="80724" y="136104"/>
                </a:lnTo>
                <a:lnTo>
                  <a:pt x="94178" y="138818"/>
                </a:lnTo>
                <a:lnTo>
                  <a:pt x="107632" y="144625"/>
                </a:lnTo>
                <a:lnTo>
                  <a:pt x="121087" y="152558"/>
                </a:lnTo>
                <a:lnTo>
                  <a:pt x="134541" y="161505"/>
                </a:lnTo>
                <a:lnTo>
                  <a:pt x="147995" y="170365"/>
                </a:lnTo>
                <a:lnTo>
                  <a:pt x="161449" y="178195"/>
                </a:lnTo>
                <a:lnTo>
                  <a:pt x="174903" y="184347"/>
                </a:lnTo>
                <a:lnTo>
                  <a:pt x="188357" y="188560"/>
                </a:lnTo>
                <a:lnTo>
                  <a:pt x="201811" y="190998"/>
                </a:lnTo>
                <a:lnTo>
                  <a:pt x="215265" y="192220"/>
                </a:lnTo>
                <a:lnTo>
                  <a:pt x="228719" y="193102"/>
                </a:lnTo>
                <a:lnTo>
                  <a:pt x="242173" y="194683"/>
                </a:lnTo>
                <a:lnTo>
                  <a:pt x="255627" y="197997"/>
                </a:lnTo>
                <a:lnTo>
                  <a:pt x="269081" y="203877"/>
                </a:lnTo>
                <a:lnTo>
                  <a:pt x="282535" y="212783"/>
                </a:lnTo>
                <a:lnTo>
                  <a:pt x="295989" y="224668"/>
                </a:lnTo>
                <a:lnTo>
                  <a:pt x="309443" y="238918"/>
                </a:lnTo>
                <a:lnTo>
                  <a:pt x="322897" y="254365"/>
                </a:lnTo>
                <a:lnTo>
                  <a:pt x="336352" y="269392"/>
                </a:lnTo>
                <a:lnTo>
                  <a:pt x="349806" y="282119"/>
                </a:lnTo>
                <a:lnTo>
                  <a:pt x="363260" y="290635"/>
                </a:lnTo>
                <a:lnTo>
                  <a:pt x="376714" y="293271"/>
                </a:lnTo>
                <a:lnTo>
                  <a:pt x="390168" y="288845"/>
                </a:lnTo>
                <a:lnTo>
                  <a:pt x="403622" y="276877"/>
                </a:lnTo>
                <a:lnTo>
                  <a:pt x="417076" y="257706"/>
                </a:lnTo>
                <a:lnTo>
                  <a:pt x="430530" y="232508"/>
                </a:lnTo>
                <a:lnTo>
                  <a:pt x="443984" y="203205"/>
                </a:lnTo>
                <a:lnTo>
                  <a:pt x="457438" y="172254"/>
                </a:lnTo>
                <a:lnTo>
                  <a:pt x="470892" y="142365"/>
                </a:lnTo>
                <a:lnTo>
                  <a:pt x="484346" y="116170"/>
                </a:lnTo>
                <a:lnTo>
                  <a:pt x="497800" y="95888"/>
                </a:lnTo>
                <a:lnTo>
                  <a:pt x="511254" y="83043"/>
                </a:lnTo>
                <a:lnTo>
                  <a:pt x="524708" y="78273"/>
                </a:lnTo>
                <a:lnTo>
                  <a:pt x="538163" y="81261"/>
                </a:lnTo>
                <a:lnTo>
                  <a:pt x="551617" y="90798"/>
                </a:lnTo>
                <a:lnTo>
                  <a:pt x="565071" y="104979"/>
                </a:lnTo>
                <a:lnTo>
                  <a:pt x="578525" y="121500"/>
                </a:lnTo>
                <a:lnTo>
                  <a:pt x="591979" y="138017"/>
                </a:lnTo>
                <a:lnTo>
                  <a:pt x="605433" y="152513"/>
                </a:lnTo>
                <a:lnTo>
                  <a:pt x="618887" y="163617"/>
                </a:lnTo>
                <a:lnTo>
                  <a:pt x="632341" y="170825"/>
                </a:lnTo>
                <a:lnTo>
                  <a:pt x="645795" y="174586"/>
                </a:lnTo>
                <a:lnTo>
                  <a:pt x="659249" y="176228"/>
                </a:lnTo>
                <a:lnTo>
                  <a:pt x="672703" y="177724"/>
                </a:lnTo>
                <a:lnTo>
                  <a:pt x="686157" y="181333"/>
                </a:lnTo>
                <a:lnTo>
                  <a:pt x="699611" y="189160"/>
                </a:lnTo>
                <a:lnTo>
                  <a:pt x="713065" y="202718"/>
                </a:lnTo>
                <a:lnTo>
                  <a:pt x="726519" y="222557"/>
                </a:lnTo>
                <a:lnTo>
                  <a:pt x="739973" y="248061"/>
                </a:lnTo>
                <a:lnTo>
                  <a:pt x="753428" y="277444"/>
                </a:lnTo>
                <a:lnTo>
                  <a:pt x="766882" y="307975"/>
                </a:lnTo>
                <a:lnTo>
                  <a:pt x="780336" y="336385"/>
                </a:lnTo>
                <a:lnTo>
                  <a:pt x="793790" y="359366"/>
                </a:lnTo>
                <a:lnTo>
                  <a:pt x="807244" y="374041"/>
                </a:lnTo>
                <a:lnTo>
                  <a:pt x="820698" y="378316"/>
                </a:lnTo>
                <a:lnTo>
                  <a:pt x="834152" y="371033"/>
                </a:lnTo>
                <a:lnTo>
                  <a:pt x="847606" y="351946"/>
                </a:lnTo>
                <a:lnTo>
                  <a:pt x="861060" y="321609"/>
                </a:lnTo>
                <a:lnTo>
                  <a:pt x="874514" y="281293"/>
                </a:lnTo>
                <a:lnTo>
                  <a:pt x="887968" y="233013"/>
                </a:lnTo>
                <a:lnTo>
                  <a:pt x="901422" y="179684"/>
                </a:lnTo>
                <a:lnTo>
                  <a:pt x="914876" y="125282"/>
                </a:lnTo>
                <a:lnTo>
                  <a:pt x="928330" y="74812"/>
                </a:lnTo>
                <a:lnTo>
                  <a:pt x="941784" y="33867"/>
                </a:lnTo>
                <a:lnTo>
                  <a:pt x="955238" y="7712"/>
                </a:lnTo>
                <a:lnTo>
                  <a:pt x="968693" y="0"/>
                </a:lnTo>
                <a:lnTo>
                  <a:pt x="982147" y="11486"/>
                </a:lnTo>
                <a:lnTo>
                  <a:pt x="995601" y="39235"/>
                </a:lnTo>
                <a:lnTo>
                  <a:pt x="1009055" y="76761"/>
                </a:lnTo>
                <a:lnTo>
                  <a:pt x="1022509" y="115300"/>
                </a:lnTo>
                <a:lnTo>
                  <a:pt x="1035963" y="146000"/>
                </a:lnTo>
                <a:lnTo>
                  <a:pt x="1049417" y="162420"/>
                </a:lnTo>
                <a:lnTo>
                  <a:pt x="1062871" y="162530"/>
                </a:lnTo>
                <a:lnTo>
                  <a:pt x="1076325" y="149444"/>
                </a:lnTo>
                <a:lnTo>
                  <a:pt x="1089779" y="130552"/>
                </a:lnTo>
                <a:lnTo>
                  <a:pt x="1103233" y="115235"/>
                </a:lnTo>
                <a:lnTo>
                  <a:pt x="1116687" y="111919"/>
                </a:lnTo>
                <a:lnTo>
                  <a:pt x="1130141" y="125460"/>
                </a:lnTo>
                <a:lnTo>
                  <a:pt x="1143595" y="155773"/>
                </a:lnTo>
                <a:lnTo>
                  <a:pt x="1157049" y="198140"/>
                </a:lnTo>
                <a:lnTo>
                  <a:pt x="1170503" y="245018"/>
                </a:lnTo>
                <a:lnTo>
                  <a:pt x="1183957" y="288612"/>
                </a:lnTo>
                <a:lnTo>
                  <a:pt x="1197412" y="323220"/>
                </a:lnTo>
                <a:lnTo>
                  <a:pt x="1210866" y="346530"/>
                </a:lnTo>
                <a:lnTo>
                  <a:pt x="1224320" y="359491"/>
                </a:lnTo>
                <a:lnTo>
                  <a:pt x="1237774" y="364979"/>
                </a:lnTo>
                <a:lnTo>
                  <a:pt x="1251228" y="365935"/>
                </a:lnTo>
                <a:lnTo>
                  <a:pt x="1264682" y="363793"/>
                </a:lnTo>
                <a:lnTo>
                  <a:pt x="1278136" y="357827"/>
                </a:lnTo>
                <a:lnTo>
                  <a:pt x="1291590" y="345624"/>
                </a:lnTo>
                <a:lnTo>
                  <a:pt x="1305044" y="324390"/>
                </a:lnTo>
                <a:lnTo>
                  <a:pt x="1318498" y="292513"/>
                </a:lnTo>
                <a:lnTo>
                  <a:pt x="1331952" y="250720"/>
                </a:lnTo>
                <a:lnTo>
                  <a:pt x="1345406" y="202381"/>
                </a:lnTo>
                <a:lnTo>
                  <a:pt x="1358860" y="152888"/>
                </a:lnTo>
                <a:lnTo>
                  <a:pt x="1372314" y="108349"/>
                </a:lnTo>
                <a:lnTo>
                  <a:pt x="1385768" y="74090"/>
                </a:lnTo>
                <a:lnTo>
                  <a:pt x="1399222" y="53442"/>
                </a:lnTo>
                <a:lnTo>
                  <a:pt x="1412677" y="47145"/>
                </a:lnTo>
                <a:lnTo>
                  <a:pt x="1426131" y="53469"/>
                </a:lnTo>
                <a:lnTo>
                  <a:pt x="1439585" y="68898"/>
                </a:lnTo>
                <a:lnTo>
                  <a:pt x="1453039" y="89115"/>
                </a:lnTo>
                <a:lnTo>
                  <a:pt x="1466493" y="109966"/>
                </a:lnTo>
                <a:lnTo>
                  <a:pt x="1479947" y="128208"/>
                </a:lnTo>
                <a:lnTo>
                  <a:pt x="1493401" y="141901"/>
                </a:lnTo>
                <a:lnTo>
                  <a:pt x="1506855" y="150483"/>
                </a:lnTo>
                <a:lnTo>
                  <a:pt x="1520309" y="154580"/>
                </a:lnTo>
                <a:lnTo>
                  <a:pt x="1533763" y="155685"/>
                </a:lnTo>
                <a:lnTo>
                  <a:pt x="1547217" y="155766"/>
                </a:lnTo>
                <a:lnTo>
                  <a:pt x="1560671" y="156899"/>
                </a:lnTo>
                <a:lnTo>
                  <a:pt x="1574125" y="160929"/>
                </a:lnTo>
                <a:lnTo>
                  <a:pt x="1587579" y="169198"/>
                </a:lnTo>
                <a:lnTo>
                  <a:pt x="1601033" y="182346"/>
                </a:lnTo>
                <a:lnTo>
                  <a:pt x="1614488" y="200199"/>
                </a:lnTo>
                <a:lnTo>
                  <a:pt x="1627942" y="221766"/>
                </a:lnTo>
                <a:lnTo>
                  <a:pt x="1641396" y="245347"/>
                </a:lnTo>
                <a:lnTo>
                  <a:pt x="1654850" y="268741"/>
                </a:lnTo>
                <a:lnTo>
                  <a:pt x="1668304" y="289538"/>
                </a:lnTo>
                <a:lnTo>
                  <a:pt x="1681758" y="305447"/>
                </a:lnTo>
                <a:lnTo>
                  <a:pt x="1695212" y="314617"/>
                </a:lnTo>
                <a:lnTo>
                  <a:pt x="1708666" y="315888"/>
                </a:lnTo>
                <a:lnTo>
                  <a:pt x="1722120" y="308956"/>
                </a:lnTo>
                <a:lnTo>
                  <a:pt x="1735574" y="294412"/>
                </a:lnTo>
                <a:lnTo>
                  <a:pt x="1749028" y="273654"/>
                </a:lnTo>
                <a:lnTo>
                  <a:pt x="1762482" y="248699"/>
                </a:lnTo>
                <a:lnTo>
                  <a:pt x="1775936" y="221917"/>
                </a:lnTo>
                <a:lnTo>
                  <a:pt x="1789390" y="195730"/>
                </a:lnTo>
                <a:lnTo>
                  <a:pt x="1802844" y="172321"/>
                </a:lnTo>
                <a:lnTo>
                  <a:pt x="1816298" y="153387"/>
                </a:lnTo>
                <a:lnTo>
                  <a:pt x="1829753" y="139980"/>
                </a:lnTo>
                <a:lnTo>
                  <a:pt x="1843207" y="132430"/>
                </a:lnTo>
                <a:lnTo>
                  <a:pt x="1856661" y="130384"/>
                </a:lnTo>
                <a:lnTo>
                  <a:pt x="1870115" y="132915"/>
                </a:lnTo>
                <a:lnTo>
                  <a:pt x="1883569" y="138710"/>
                </a:lnTo>
                <a:lnTo>
                  <a:pt x="1897023" y="146284"/>
                </a:lnTo>
                <a:lnTo>
                  <a:pt x="1910477" y="154209"/>
                </a:lnTo>
                <a:lnTo>
                  <a:pt x="1923931" y="161301"/>
                </a:lnTo>
                <a:lnTo>
                  <a:pt x="1937385" y="166765"/>
                </a:lnTo>
                <a:lnTo>
                  <a:pt x="1950839" y="170271"/>
                </a:lnTo>
                <a:lnTo>
                  <a:pt x="1964293" y="171957"/>
                </a:lnTo>
                <a:lnTo>
                  <a:pt x="1977747" y="172359"/>
                </a:lnTo>
                <a:lnTo>
                  <a:pt x="1991201" y="172294"/>
                </a:lnTo>
                <a:lnTo>
                  <a:pt x="2004655" y="172706"/>
                </a:lnTo>
                <a:lnTo>
                  <a:pt x="2018109" y="174502"/>
                </a:lnTo>
                <a:lnTo>
                  <a:pt x="2031563" y="178397"/>
                </a:lnTo>
                <a:lnTo>
                  <a:pt x="2045018" y="184794"/>
                </a:lnTo>
                <a:lnTo>
                  <a:pt x="2058472" y="193715"/>
                </a:lnTo>
                <a:lnTo>
                  <a:pt x="2071926" y="204775"/>
                </a:lnTo>
                <a:lnTo>
                  <a:pt x="2085380" y="217225"/>
                </a:lnTo>
                <a:lnTo>
                  <a:pt x="2098834" y="230032"/>
                </a:lnTo>
                <a:lnTo>
                  <a:pt x="2112288" y="242003"/>
                </a:lnTo>
                <a:lnTo>
                  <a:pt x="2125742" y="251931"/>
                </a:lnTo>
                <a:lnTo>
                  <a:pt x="2139196" y="258736"/>
                </a:lnTo>
                <a:lnTo>
                  <a:pt x="2152650" y="261602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BBD227C-D176-45CE-837A-90502D6B2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7780" y="1080773"/>
            <a:ext cx="430530" cy="365935"/>
          </a:xfrm>
          <a:custGeom xmlns:a="http://schemas.openxmlformats.org/drawingml/2006/main">
            <a:pathLst>
              <a:path w="430530" h="365935">
                <a:moveTo>
                  <a:pt x="0" y="74812"/>
                </a:moveTo>
                <a:lnTo>
                  <a:pt x="13454" y="33867"/>
                </a:lnTo>
                <a:lnTo>
                  <a:pt x="26908" y="7712"/>
                </a:lnTo>
                <a:lnTo>
                  <a:pt x="40362" y="0"/>
                </a:lnTo>
                <a:lnTo>
                  <a:pt x="53816" y="11486"/>
                </a:lnTo>
                <a:lnTo>
                  <a:pt x="67270" y="39235"/>
                </a:lnTo>
                <a:lnTo>
                  <a:pt x="80724" y="76761"/>
                </a:lnTo>
                <a:lnTo>
                  <a:pt x="94178" y="115300"/>
                </a:lnTo>
                <a:lnTo>
                  <a:pt x="107633" y="146000"/>
                </a:lnTo>
                <a:lnTo>
                  <a:pt x="121087" y="162420"/>
                </a:lnTo>
                <a:lnTo>
                  <a:pt x="134541" y="162530"/>
                </a:lnTo>
                <a:lnTo>
                  <a:pt x="147995" y="149444"/>
                </a:lnTo>
                <a:lnTo>
                  <a:pt x="161449" y="130552"/>
                </a:lnTo>
                <a:lnTo>
                  <a:pt x="174903" y="115235"/>
                </a:lnTo>
                <a:lnTo>
                  <a:pt x="188357" y="111919"/>
                </a:lnTo>
                <a:lnTo>
                  <a:pt x="201811" y="125460"/>
                </a:lnTo>
                <a:lnTo>
                  <a:pt x="215265" y="155773"/>
                </a:lnTo>
                <a:lnTo>
                  <a:pt x="228719" y="198140"/>
                </a:lnTo>
                <a:lnTo>
                  <a:pt x="242173" y="245018"/>
                </a:lnTo>
                <a:lnTo>
                  <a:pt x="255627" y="288612"/>
                </a:lnTo>
                <a:lnTo>
                  <a:pt x="269081" y="323220"/>
                </a:lnTo>
                <a:lnTo>
                  <a:pt x="282535" y="346530"/>
                </a:lnTo>
                <a:lnTo>
                  <a:pt x="295989" y="359491"/>
                </a:lnTo>
                <a:lnTo>
                  <a:pt x="309443" y="364979"/>
                </a:lnTo>
                <a:lnTo>
                  <a:pt x="322897" y="365935"/>
                </a:lnTo>
                <a:lnTo>
                  <a:pt x="336352" y="363793"/>
                </a:lnTo>
                <a:lnTo>
                  <a:pt x="349806" y="357827"/>
                </a:lnTo>
                <a:lnTo>
                  <a:pt x="363260" y="345624"/>
                </a:lnTo>
                <a:lnTo>
                  <a:pt x="376714" y="324390"/>
                </a:lnTo>
                <a:lnTo>
                  <a:pt x="390168" y="292513"/>
                </a:lnTo>
                <a:lnTo>
                  <a:pt x="403622" y="250720"/>
                </a:lnTo>
                <a:lnTo>
                  <a:pt x="417076" y="202381"/>
                </a:lnTo>
                <a:lnTo>
                  <a:pt x="430530" y="152888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835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07E7AA-BF1C-470D-83BF-26CD111AA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076325"/>
            <a:ext cx="7334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DC8835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DC8835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D98D34A-FD7C-46DC-8361-785E51A9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809750"/>
            <a:ext cx="19335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Single copy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3354691-11FE-418F-A874-D0C3951E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276350"/>
            <a:ext cx="1190625" cy="953"/>
          </a:xfrm>
          <a:custGeom xmlns:a="http://schemas.openxmlformats.org/drawingml/2006/main">
            <a:pathLst>
              <a:path w="1190625" h="953">
                <a:moveTo>
                  <a:pt x="0" y="0"/>
                </a:moveTo>
                <a:lnTo>
                  <a:pt x="11906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D369BC-2616-4F9D-8C97-8D123695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91857" y="1234920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965BD9F-20D4-43DF-8AF7-D1B260367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352550"/>
            <a:ext cx="152400" cy="2724120"/>
          </a:xfrm>
          <a:custGeom xmlns:a="http://schemas.openxmlformats.org/drawingml/2006/main">
            <a:pathLst>
              <a:path w="152400" h="3143250">
                <a:moveTo>
                  <a:pt x="0" y="0"/>
                </a:moveTo>
                <a:lnTo>
                  <a:pt x="152400" y="0"/>
                </a:lnTo>
                <a:lnTo>
                  <a:pt x="152400" y="31432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59AA"/>
            </a:solidFill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903D50B-CBB5-4346-A436-FA874A70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486010"/>
            <a:ext cx="152400" cy="953"/>
          </a:xfrm>
          <a:custGeom xmlns:a="http://schemas.openxmlformats.org/drawingml/2006/main">
            <a:pathLst>
              <a:path w="152400" h="953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59AA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DFE87CC-579A-40BD-971D-70C94CFEE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076670"/>
            <a:ext cx="152400" cy="953"/>
          </a:xfrm>
          <a:custGeom xmlns:a="http://schemas.openxmlformats.org/drawingml/2006/main">
            <a:pathLst>
              <a:path w="152400" h="953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7B59AA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F1DA071-1D38-45D1-BB7F-FC502EA79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866995"/>
            <a:ext cx="152400" cy="953"/>
          </a:xfrm>
          <a:custGeom xmlns:a="http://schemas.openxmlformats.org/drawingml/2006/main">
            <a:pathLst>
              <a:path w="152400" h="953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59AA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5382E7A-FDE0-4452-8DB8-A9A58820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3957" y="282556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59AA"/>
            </a:solidFill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423DB42-EAEF-4163-BD09-6BD48CAE6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3228945"/>
            <a:ext cx="10763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Attacker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39748DB-D007-4499-81F6-AA715DA6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51469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697B8C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97B8C"/>
                </a:solidFill>
                <a:latin typeface="Arial"/>
                <a:ea typeface="Arial"/>
                <a:cs typeface="Arial"/>
              </a:rPr>
              <a:t>3 accounts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82904E-1084-420D-8978-B736CF843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866995"/>
            <a:ext cx="266700" cy="953"/>
          </a:xfrm>
          <a:custGeom xmlns:a="http://schemas.openxmlformats.org/drawingml/2006/main">
            <a:pathLst>
              <a:path w="266700" h="953">
                <a:moveTo>
                  <a:pt x="0" y="0"/>
                </a:moveTo>
                <a:lnTo>
                  <a:pt x="2667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59AA"/>
            </a:solidFill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4720761-C796-4B4F-A5F0-7FEC454D5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5982" y="282556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7B59AA"/>
            </a:solidFill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966341D-7E77-473D-81F9-5BFA04CC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038445"/>
            <a:ext cx="638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DC8835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C8835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D536A0-0F2C-4285-8357-841160458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2981295"/>
            <a:ext cx="274320" cy="352425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21CF9AD-6D27-4069-9A2A-4F81AD153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028287"/>
            <a:ext cx="1371600" cy="249959"/>
          </a:xfrm>
          <a:custGeom xmlns:a="http://schemas.openxmlformats.org/drawingml/2006/main">
            <a:pathLst>
              <a:path w="1371600" h="249959">
                <a:moveTo>
                  <a:pt x="0" y="129220"/>
                </a:moveTo>
                <a:lnTo>
                  <a:pt x="8572" y="118362"/>
                </a:lnTo>
                <a:lnTo>
                  <a:pt x="17145" y="108385"/>
                </a:lnTo>
                <a:lnTo>
                  <a:pt x="25718" y="100077"/>
                </a:lnTo>
                <a:lnTo>
                  <a:pt x="34290" y="94040"/>
                </a:lnTo>
                <a:lnTo>
                  <a:pt x="42863" y="90631"/>
                </a:lnTo>
                <a:lnTo>
                  <a:pt x="51435" y="89926"/>
                </a:lnTo>
                <a:lnTo>
                  <a:pt x="60007" y="91719"/>
                </a:lnTo>
                <a:lnTo>
                  <a:pt x="68580" y="95556"/>
                </a:lnTo>
                <a:lnTo>
                  <a:pt x="77153" y="100797"/>
                </a:lnTo>
                <a:lnTo>
                  <a:pt x="85725" y="106709"/>
                </a:lnTo>
                <a:lnTo>
                  <a:pt x="94297" y="112562"/>
                </a:lnTo>
                <a:lnTo>
                  <a:pt x="102870" y="117736"/>
                </a:lnTo>
                <a:lnTo>
                  <a:pt x="111443" y="121801"/>
                </a:lnTo>
                <a:lnTo>
                  <a:pt x="120015" y="124585"/>
                </a:lnTo>
                <a:lnTo>
                  <a:pt x="128588" y="126195"/>
                </a:lnTo>
                <a:lnTo>
                  <a:pt x="137160" y="127003"/>
                </a:lnTo>
                <a:lnTo>
                  <a:pt x="145732" y="127585"/>
                </a:lnTo>
                <a:lnTo>
                  <a:pt x="154305" y="128630"/>
                </a:lnTo>
                <a:lnTo>
                  <a:pt x="162878" y="130819"/>
                </a:lnTo>
                <a:lnTo>
                  <a:pt x="171450" y="134704"/>
                </a:lnTo>
                <a:lnTo>
                  <a:pt x="180022" y="140589"/>
                </a:lnTo>
                <a:lnTo>
                  <a:pt x="188595" y="148442"/>
                </a:lnTo>
                <a:lnTo>
                  <a:pt x="197168" y="157857"/>
                </a:lnTo>
                <a:lnTo>
                  <a:pt x="205740" y="168062"/>
                </a:lnTo>
                <a:lnTo>
                  <a:pt x="214313" y="177991"/>
                </a:lnTo>
                <a:lnTo>
                  <a:pt x="222885" y="186400"/>
                </a:lnTo>
                <a:lnTo>
                  <a:pt x="231457" y="192027"/>
                </a:lnTo>
                <a:lnTo>
                  <a:pt x="240030" y="193768"/>
                </a:lnTo>
                <a:lnTo>
                  <a:pt x="248603" y="190844"/>
                </a:lnTo>
                <a:lnTo>
                  <a:pt x="257175" y="182937"/>
                </a:lnTo>
                <a:lnTo>
                  <a:pt x="265747" y="170270"/>
                </a:lnTo>
                <a:lnTo>
                  <a:pt x="274320" y="153622"/>
                </a:lnTo>
                <a:lnTo>
                  <a:pt x="282893" y="134260"/>
                </a:lnTo>
                <a:lnTo>
                  <a:pt x="291465" y="113810"/>
                </a:lnTo>
                <a:lnTo>
                  <a:pt x="300038" y="94063"/>
                </a:lnTo>
                <a:lnTo>
                  <a:pt x="308610" y="76755"/>
                </a:lnTo>
                <a:lnTo>
                  <a:pt x="317182" y="63355"/>
                </a:lnTo>
                <a:lnTo>
                  <a:pt x="325755" y="54867"/>
                </a:lnTo>
                <a:lnTo>
                  <a:pt x="334328" y="51716"/>
                </a:lnTo>
                <a:lnTo>
                  <a:pt x="342900" y="53690"/>
                </a:lnTo>
                <a:lnTo>
                  <a:pt x="351472" y="59991"/>
                </a:lnTo>
                <a:lnTo>
                  <a:pt x="360045" y="69361"/>
                </a:lnTo>
                <a:lnTo>
                  <a:pt x="368618" y="80277"/>
                </a:lnTo>
                <a:lnTo>
                  <a:pt x="377190" y="91190"/>
                </a:lnTo>
                <a:lnTo>
                  <a:pt x="385763" y="100768"/>
                </a:lnTo>
                <a:lnTo>
                  <a:pt x="394335" y="108104"/>
                </a:lnTo>
                <a:lnTo>
                  <a:pt x="402907" y="112866"/>
                </a:lnTo>
                <a:lnTo>
                  <a:pt x="411480" y="115352"/>
                </a:lnTo>
                <a:lnTo>
                  <a:pt x="420053" y="116437"/>
                </a:lnTo>
                <a:lnTo>
                  <a:pt x="428625" y="117425"/>
                </a:lnTo>
                <a:lnTo>
                  <a:pt x="437197" y="119809"/>
                </a:lnTo>
                <a:lnTo>
                  <a:pt x="445770" y="124981"/>
                </a:lnTo>
                <a:lnTo>
                  <a:pt x="454343" y="133939"/>
                </a:lnTo>
                <a:lnTo>
                  <a:pt x="462915" y="147047"/>
                </a:lnTo>
                <a:lnTo>
                  <a:pt x="471488" y="163898"/>
                </a:lnTo>
                <a:lnTo>
                  <a:pt x="480060" y="183311"/>
                </a:lnTo>
                <a:lnTo>
                  <a:pt x="488632" y="203483"/>
                </a:lnTo>
                <a:lnTo>
                  <a:pt x="497205" y="222255"/>
                </a:lnTo>
                <a:lnTo>
                  <a:pt x="505778" y="237438"/>
                </a:lnTo>
                <a:lnTo>
                  <a:pt x="514350" y="247134"/>
                </a:lnTo>
                <a:lnTo>
                  <a:pt x="522922" y="249959"/>
                </a:lnTo>
                <a:lnTo>
                  <a:pt x="531495" y="245147"/>
                </a:lnTo>
                <a:lnTo>
                  <a:pt x="540068" y="232535"/>
                </a:lnTo>
                <a:lnTo>
                  <a:pt x="548640" y="212492"/>
                </a:lnTo>
                <a:lnTo>
                  <a:pt x="557213" y="185854"/>
                </a:lnTo>
                <a:lnTo>
                  <a:pt x="565785" y="153955"/>
                </a:lnTo>
                <a:lnTo>
                  <a:pt x="574357" y="118720"/>
                </a:lnTo>
                <a:lnTo>
                  <a:pt x="582930" y="82776"/>
                </a:lnTo>
                <a:lnTo>
                  <a:pt x="591503" y="49430"/>
                </a:lnTo>
                <a:lnTo>
                  <a:pt x="600075" y="22377"/>
                </a:lnTo>
                <a:lnTo>
                  <a:pt x="608647" y="5096"/>
                </a:lnTo>
                <a:lnTo>
                  <a:pt x="617220" y="0"/>
                </a:lnTo>
                <a:lnTo>
                  <a:pt x="625793" y="7589"/>
                </a:lnTo>
                <a:lnTo>
                  <a:pt x="634365" y="25923"/>
                </a:lnTo>
                <a:lnTo>
                  <a:pt x="642938" y="50717"/>
                </a:lnTo>
                <a:lnTo>
                  <a:pt x="651510" y="76180"/>
                </a:lnTo>
                <a:lnTo>
                  <a:pt x="660082" y="96464"/>
                </a:lnTo>
                <a:lnTo>
                  <a:pt x="668655" y="107313"/>
                </a:lnTo>
                <a:lnTo>
                  <a:pt x="677228" y="107386"/>
                </a:lnTo>
                <a:lnTo>
                  <a:pt x="685800" y="98740"/>
                </a:lnTo>
                <a:lnTo>
                  <a:pt x="694372" y="86257"/>
                </a:lnTo>
                <a:lnTo>
                  <a:pt x="702945" y="76137"/>
                </a:lnTo>
                <a:lnTo>
                  <a:pt x="711518" y="73946"/>
                </a:lnTo>
                <a:lnTo>
                  <a:pt x="720090" y="82893"/>
                </a:lnTo>
                <a:lnTo>
                  <a:pt x="728663" y="102922"/>
                </a:lnTo>
                <a:lnTo>
                  <a:pt x="737235" y="130914"/>
                </a:lnTo>
                <a:lnTo>
                  <a:pt x="745807" y="161887"/>
                </a:lnTo>
                <a:lnTo>
                  <a:pt x="754380" y="190690"/>
                </a:lnTo>
                <a:lnTo>
                  <a:pt x="762953" y="213556"/>
                </a:lnTo>
                <a:lnTo>
                  <a:pt x="771525" y="228957"/>
                </a:lnTo>
                <a:lnTo>
                  <a:pt x="780097" y="237521"/>
                </a:lnTo>
                <a:lnTo>
                  <a:pt x="788670" y="241147"/>
                </a:lnTo>
                <a:lnTo>
                  <a:pt x="797243" y="241778"/>
                </a:lnTo>
                <a:lnTo>
                  <a:pt x="805815" y="240363"/>
                </a:lnTo>
                <a:lnTo>
                  <a:pt x="814388" y="236421"/>
                </a:lnTo>
                <a:lnTo>
                  <a:pt x="822960" y="228359"/>
                </a:lnTo>
                <a:lnTo>
                  <a:pt x="831532" y="214329"/>
                </a:lnTo>
                <a:lnTo>
                  <a:pt x="840105" y="193268"/>
                </a:lnTo>
                <a:lnTo>
                  <a:pt x="848678" y="165654"/>
                </a:lnTo>
                <a:lnTo>
                  <a:pt x="857250" y="133716"/>
                </a:lnTo>
                <a:lnTo>
                  <a:pt x="865822" y="101015"/>
                </a:lnTo>
                <a:lnTo>
                  <a:pt x="874395" y="71588"/>
                </a:lnTo>
                <a:lnTo>
                  <a:pt x="882968" y="48952"/>
                </a:lnTo>
                <a:lnTo>
                  <a:pt x="891540" y="35310"/>
                </a:lnTo>
                <a:lnTo>
                  <a:pt x="900113" y="31149"/>
                </a:lnTo>
                <a:lnTo>
                  <a:pt x="908685" y="35328"/>
                </a:lnTo>
                <a:lnTo>
                  <a:pt x="917257" y="45522"/>
                </a:lnTo>
                <a:lnTo>
                  <a:pt x="925830" y="58880"/>
                </a:lnTo>
                <a:lnTo>
                  <a:pt x="934403" y="72656"/>
                </a:lnTo>
                <a:lnTo>
                  <a:pt x="942975" y="84709"/>
                </a:lnTo>
                <a:lnTo>
                  <a:pt x="951547" y="93756"/>
                </a:lnTo>
                <a:lnTo>
                  <a:pt x="960120" y="99426"/>
                </a:lnTo>
                <a:lnTo>
                  <a:pt x="968693" y="102133"/>
                </a:lnTo>
                <a:lnTo>
                  <a:pt x="977265" y="102863"/>
                </a:lnTo>
                <a:lnTo>
                  <a:pt x="985838" y="102917"/>
                </a:lnTo>
                <a:lnTo>
                  <a:pt x="994410" y="103666"/>
                </a:lnTo>
                <a:lnTo>
                  <a:pt x="1002982" y="106328"/>
                </a:lnTo>
                <a:lnTo>
                  <a:pt x="1011555" y="111792"/>
                </a:lnTo>
                <a:lnTo>
                  <a:pt x="1020128" y="120478"/>
                </a:lnTo>
                <a:lnTo>
                  <a:pt x="1028700" y="132274"/>
                </a:lnTo>
                <a:lnTo>
                  <a:pt x="1037272" y="146524"/>
                </a:lnTo>
                <a:lnTo>
                  <a:pt x="1045845" y="162105"/>
                </a:lnTo>
                <a:lnTo>
                  <a:pt x="1054418" y="177561"/>
                </a:lnTo>
                <a:lnTo>
                  <a:pt x="1062990" y="191302"/>
                </a:lnTo>
                <a:lnTo>
                  <a:pt x="1071563" y="201814"/>
                </a:lnTo>
                <a:lnTo>
                  <a:pt x="1080135" y="207872"/>
                </a:lnTo>
                <a:lnTo>
                  <a:pt x="1088707" y="208711"/>
                </a:lnTo>
                <a:lnTo>
                  <a:pt x="1097280" y="204132"/>
                </a:lnTo>
                <a:lnTo>
                  <a:pt x="1105853" y="194522"/>
                </a:lnTo>
                <a:lnTo>
                  <a:pt x="1114425" y="180807"/>
                </a:lnTo>
                <a:lnTo>
                  <a:pt x="1122997" y="164319"/>
                </a:lnTo>
                <a:lnTo>
                  <a:pt x="1131570" y="146624"/>
                </a:lnTo>
                <a:lnTo>
                  <a:pt x="1140143" y="129322"/>
                </a:lnTo>
                <a:lnTo>
                  <a:pt x="1148715" y="113855"/>
                </a:lnTo>
                <a:lnTo>
                  <a:pt x="1157288" y="101345"/>
                </a:lnTo>
                <a:lnTo>
                  <a:pt x="1165860" y="92487"/>
                </a:lnTo>
                <a:lnTo>
                  <a:pt x="1174432" y="87499"/>
                </a:lnTo>
                <a:lnTo>
                  <a:pt x="1183005" y="86147"/>
                </a:lnTo>
                <a:lnTo>
                  <a:pt x="1191578" y="87819"/>
                </a:lnTo>
                <a:lnTo>
                  <a:pt x="1200150" y="91647"/>
                </a:lnTo>
                <a:lnTo>
                  <a:pt x="1208722" y="96652"/>
                </a:lnTo>
                <a:lnTo>
                  <a:pt x="1217295" y="101888"/>
                </a:lnTo>
                <a:lnTo>
                  <a:pt x="1225868" y="106574"/>
                </a:lnTo>
                <a:lnTo>
                  <a:pt x="1234440" y="110184"/>
                </a:lnTo>
                <a:lnTo>
                  <a:pt x="1243013" y="112501"/>
                </a:lnTo>
                <a:lnTo>
                  <a:pt x="1251585" y="113614"/>
                </a:lnTo>
                <a:lnTo>
                  <a:pt x="1260157" y="113880"/>
                </a:lnTo>
                <a:lnTo>
                  <a:pt x="1268730" y="113837"/>
                </a:lnTo>
                <a:lnTo>
                  <a:pt x="1277303" y="114109"/>
                </a:lnTo>
                <a:lnTo>
                  <a:pt x="1285875" y="115296"/>
                </a:lnTo>
                <a:lnTo>
                  <a:pt x="1294447" y="117869"/>
                </a:lnTo>
                <a:lnTo>
                  <a:pt x="1303020" y="122096"/>
                </a:lnTo>
                <a:lnTo>
                  <a:pt x="1311593" y="127990"/>
                </a:lnTo>
                <a:lnTo>
                  <a:pt x="1320165" y="135298"/>
                </a:lnTo>
                <a:lnTo>
                  <a:pt x="1328738" y="143524"/>
                </a:lnTo>
                <a:lnTo>
                  <a:pt x="1337310" y="151985"/>
                </a:lnTo>
                <a:lnTo>
                  <a:pt x="1345882" y="159895"/>
                </a:lnTo>
                <a:lnTo>
                  <a:pt x="1354455" y="166454"/>
                </a:lnTo>
                <a:lnTo>
                  <a:pt x="1363028" y="170950"/>
                </a:lnTo>
                <a:lnTo>
                  <a:pt x="1371600" y="17284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6E220E7-6683-484D-AAED-59090A308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603" y="3028287"/>
            <a:ext cx="274320" cy="241778"/>
          </a:xfrm>
          <a:custGeom xmlns:a="http://schemas.openxmlformats.org/drawingml/2006/main">
            <a:pathLst>
              <a:path w="274320" h="241778">
                <a:moveTo>
                  <a:pt x="0" y="49430"/>
                </a:moveTo>
                <a:lnTo>
                  <a:pt x="8572" y="22377"/>
                </a:lnTo>
                <a:lnTo>
                  <a:pt x="17145" y="5096"/>
                </a:lnTo>
                <a:lnTo>
                  <a:pt x="25717" y="0"/>
                </a:lnTo>
                <a:lnTo>
                  <a:pt x="34290" y="7589"/>
                </a:lnTo>
                <a:lnTo>
                  <a:pt x="42863" y="25923"/>
                </a:lnTo>
                <a:lnTo>
                  <a:pt x="51435" y="50717"/>
                </a:lnTo>
                <a:lnTo>
                  <a:pt x="60007" y="76180"/>
                </a:lnTo>
                <a:lnTo>
                  <a:pt x="68580" y="96464"/>
                </a:lnTo>
                <a:lnTo>
                  <a:pt x="77153" y="107313"/>
                </a:lnTo>
                <a:lnTo>
                  <a:pt x="85725" y="107386"/>
                </a:lnTo>
                <a:lnTo>
                  <a:pt x="94297" y="98740"/>
                </a:lnTo>
                <a:lnTo>
                  <a:pt x="102870" y="86257"/>
                </a:lnTo>
                <a:lnTo>
                  <a:pt x="111442" y="76137"/>
                </a:lnTo>
                <a:lnTo>
                  <a:pt x="120015" y="73946"/>
                </a:lnTo>
                <a:lnTo>
                  <a:pt x="128588" y="82893"/>
                </a:lnTo>
                <a:lnTo>
                  <a:pt x="137160" y="102922"/>
                </a:lnTo>
                <a:lnTo>
                  <a:pt x="145732" y="130914"/>
                </a:lnTo>
                <a:lnTo>
                  <a:pt x="154305" y="161887"/>
                </a:lnTo>
                <a:lnTo>
                  <a:pt x="162878" y="190690"/>
                </a:lnTo>
                <a:lnTo>
                  <a:pt x="171450" y="213556"/>
                </a:lnTo>
                <a:lnTo>
                  <a:pt x="180022" y="228957"/>
                </a:lnTo>
                <a:lnTo>
                  <a:pt x="188595" y="237521"/>
                </a:lnTo>
                <a:lnTo>
                  <a:pt x="197167" y="241147"/>
                </a:lnTo>
                <a:lnTo>
                  <a:pt x="205740" y="241778"/>
                </a:lnTo>
                <a:lnTo>
                  <a:pt x="214313" y="240363"/>
                </a:lnTo>
                <a:lnTo>
                  <a:pt x="222885" y="236421"/>
                </a:lnTo>
                <a:lnTo>
                  <a:pt x="231457" y="228359"/>
                </a:lnTo>
                <a:lnTo>
                  <a:pt x="240030" y="214329"/>
                </a:lnTo>
                <a:lnTo>
                  <a:pt x="248603" y="193268"/>
                </a:lnTo>
                <a:lnTo>
                  <a:pt x="257175" y="165654"/>
                </a:lnTo>
                <a:lnTo>
                  <a:pt x="265747" y="133716"/>
                </a:lnTo>
                <a:lnTo>
                  <a:pt x="274320" y="101015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DC8835"/>
            </a:solidFill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1161A90-A5CD-494C-BDA3-7D1356F20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152745"/>
            <a:ext cx="352425" cy="476250"/>
          </a:xfrm>
          <a:custGeom xmlns:a="http://schemas.openxmlformats.org/drawingml/2006/main">
            <a:pathLst>
              <a:path w="352425" h="476250">
                <a:moveTo>
                  <a:pt x="0" y="0"/>
                </a:moveTo>
                <a:lnTo>
                  <a:pt x="352425" y="47625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69C9DA9-AACC-401F-9A61-BFF70CA24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8" y="3535407"/>
            <a:ext cx="84322" cy="93588"/>
          </a:xfrm>
          <a:custGeom xmlns:a="http://schemas.openxmlformats.org/drawingml/2006/main">
            <a:pathLst>
              <a:path w="84322" h="93588">
                <a:moveTo>
                  <a:pt x="0" y="49289"/>
                </a:moveTo>
                <a:lnTo>
                  <a:pt x="84322" y="93588"/>
                </a:lnTo>
                <a:lnTo>
                  <a:pt x="66607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01E9709-6458-4CA1-AE31-AA826A4E7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514695"/>
            <a:ext cx="638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B59AA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B59AA"/>
                </a:solidFill>
                <a:latin typeface="Arial"/>
                <a:ea typeface="Arial"/>
                <a:cs typeface="Arial"/>
              </a:rPr>
              <a:t>101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1DBB378-5EAC-4CF6-B139-E353949E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3457545"/>
            <a:ext cx="274320" cy="352425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4AC980C-6CC8-4953-9F91-99D58D5A7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32577"/>
            <a:ext cx="1371600" cy="252335"/>
          </a:xfrm>
          <a:custGeom xmlns:a="http://schemas.openxmlformats.org/drawingml/2006/main">
            <a:pathLst>
              <a:path w="1371600" h="252335">
                <a:moveTo>
                  <a:pt x="0" y="101181"/>
                </a:moveTo>
                <a:lnTo>
                  <a:pt x="8572" y="90322"/>
                </a:lnTo>
                <a:lnTo>
                  <a:pt x="17145" y="80345"/>
                </a:lnTo>
                <a:lnTo>
                  <a:pt x="25718" y="72037"/>
                </a:lnTo>
                <a:lnTo>
                  <a:pt x="34290" y="66000"/>
                </a:lnTo>
                <a:lnTo>
                  <a:pt x="42863" y="62591"/>
                </a:lnTo>
                <a:lnTo>
                  <a:pt x="51435" y="61886"/>
                </a:lnTo>
                <a:lnTo>
                  <a:pt x="60007" y="63679"/>
                </a:lnTo>
                <a:lnTo>
                  <a:pt x="68580" y="67516"/>
                </a:lnTo>
                <a:lnTo>
                  <a:pt x="77153" y="72757"/>
                </a:lnTo>
                <a:lnTo>
                  <a:pt x="85725" y="78669"/>
                </a:lnTo>
                <a:lnTo>
                  <a:pt x="94297" y="84523"/>
                </a:lnTo>
                <a:lnTo>
                  <a:pt x="102870" y="89696"/>
                </a:lnTo>
                <a:lnTo>
                  <a:pt x="111443" y="93761"/>
                </a:lnTo>
                <a:lnTo>
                  <a:pt x="120015" y="96545"/>
                </a:lnTo>
                <a:lnTo>
                  <a:pt x="128588" y="98155"/>
                </a:lnTo>
                <a:lnTo>
                  <a:pt x="137160" y="98963"/>
                </a:lnTo>
                <a:lnTo>
                  <a:pt x="145732" y="99545"/>
                </a:lnTo>
                <a:lnTo>
                  <a:pt x="154305" y="100590"/>
                </a:lnTo>
                <a:lnTo>
                  <a:pt x="162878" y="102779"/>
                </a:lnTo>
                <a:lnTo>
                  <a:pt x="171450" y="106665"/>
                </a:lnTo>
                <a:lnTo>
                  <a:pt x="180022" y="112549"/>
                </a:lnTo>
                <a:lnTo>
                  <a:pt x="188595" y="120402"/>
                </a:lnTo>
                <a:lnTo>
                  <a:pt x="197168" y="129817"/>
                </a:lnTo>
                <a:lnTo>
                  <a:pt x="205740" y="140023"/>
                </a:lnTo>
                <a:lnTo>
                  <a:pt x="214313" y="149951"/>
                </a:lnTo>
                <a:lnTo>
                  <a:pt x="222885" y="158360"/>
                </a:lnTo>
                <a:lnTo>
                  <a:pt x="231457" y="163987"/>
                </a:lnTo>
                <a:lnTo>
                  <a:pt x="240030" y="165728"/>
                </a:lnTo>
                <a:lnTo>
                  <a:pt x="248603" y="162804"/>
                </a:lnTo>
                <a:lnTo>
                  <a:pt x="257175" y="154897"/>
                </a:lnTo>
                <a:lnTo>
                  <a:pt x="265747" y="142229"/>
                </a:lnTo>
                <a:lnTo>
                  <a:pt x="274320" y="125581"/>
                </a:lnTo>
                <a:lnTo>
                  <a:pt x="282893" y="106220"/>
                </a:lnTo>
                <a:lnTo>
                  <a:pt x="291465" y="85770"/>
                </a:lnTo>
                <a:lnTo>
                  <a:pt x="300038" y="66024"/>
                </a:lnTo>
                <a:lnTo>
                  <a:pt x="308610" y="48720"/>
                </a:lnTo>
                <a:lnTo>
                  <a:pt x="317182" y="35322"/>
                </a:lnTo>
                <a:lnTo>
                  <a:pt x="325755" y="26837"/>
                </a:lnTo>
                <a:lnTo>
                  <a:pt x="334328" y="23684"/>
                </a:lnTo>
                <a:lnTo>
                  <a:pt x="342900" y="25650"/>
                </a:lnTo>
                <a:lnTo>
                  <a:pt x="351472" y="31935"/>
                </a:lnTo>
                <a:lnTo>
                  <a:pt x="360045" y="41282"/>
                </a:lnTo>
                <a:lnTo>
                  <a:pt x="368618" y="52176"/>
                </a:lnTo>
                <a:lnTo>
                  <a:pt x="377190" y="63083"/>
                </a:lnTo>
                <a:lnTo>
                  <a:pt x="385763" y="72685"/>
                </a:lnTo>
                <a:lnTo>
                  <a:pt x="394335" y="80090"/>
                </a:lnTo>
                <a:lnTo>
                  <a:pt x="402907" y="84966"/>
                </a:lnTo>
                <a:lnTo>
                  <a:pt x="411480" y="87582"/>
                </a:lnTo>
                <a:lnTo>
                  <a:pt x="420053" y="88762"/>
                </a:lnTo>
                <a:lnTo>
                  <a:pt x="428625" y="89732"/>
                </a:lnTo>
                <a:lnTo>
                  <a:pt x="437197" y="91913"/>
                </a:lnTo>
                <a:lnTo>
                  <a:pt x="445770" y="96672"/>
                </a:lnTo>
                <a:lnTo>
                  <a:pt x="454343" y="105068"/>
                </a:lnTo>
                <a:lnTo>
                  <a:pt x="462915" y="117640"/>
                </a:lnTo>
                <a:lnTo>
                  <a:pt x="471488" y="134248"/>
                </a:lnTo>
                <a:lnTo>
                  <a:pt x="480060" y="153999"/>
                </a:lnTo>
                <a:lnTo>
                  <a:pt x="488632" y="175262"/>
                </a:lnTo>
                <a:lnTo>
                  <a:pt x="497205" y="195797"/>
                </a:lnTo>
                <a:lnTo>
                  <a:pt x="505778" y="212986"/>
                </a:lnTo>
                <a:lnTo>
                  <a:pt x="514350" y="224180"/>
                </a:lnTo>
                <a:lnTo>
                  <a:pt x="522922" y="227119"/>
                </a:lnTo>
                <a:lnTo>
                  <a:pt x="531495" y="220366"/>
                </a:lnTo>
                <a:lnTo>
                  <a:pt x="540068" y="203685"/>
                </a:lnTo>
                <a:lnTo>
                  <a:pt x="548640" y="178237"/>
                </a:lnTo>
                <a:lnTo>
                  <a:pt x="557213" y="146519"/>
                </a:lnTo>
                <a:lnTo>
                  <a:pt x="565785" y="111990"/>
                </a:lnTo>
                <a:lnTo>
                  <a:pt x="574357" y="78440"/>
                </a:lnTo>
                <a:lnTo>
                  <a:pt x="582930" y="49236"/>
                </a:lnTo>
                <a:lnTo>
                  <a:pt x="591503" y="26653"/>
                </a:lnTo>
                <a:lnTo>
                  <a:pt x="600075" y="11490"/>
                </a:lnTo>
                <a:lnTo>
                  <a:pt x="608647" y="3127"/>
                </a:lnTo>
                <a:lnTo>
                  <a:pt x="617220" y="0"/>
                </a:lnTo>
                <a:lnTo>
                  <a:pt x="625793" y="337"/>
                </a:lnTo>
                <a:lnTo>
                  <a:pt x="634365" y="2882"/>
                </a:lnTo>
                <a:lnTo>
                  <a:pt x="642938" y="7305"/>
                </a:lnTo>
                <a:lnTo>
                  <a:pt x="651510" y="14129"/>
                </a:lnTo>
                <a:lnTo>
                  <a:pt x="660082" y="24186"/>
                </a:lnTo>
                <a:lnTo>
                  <a:pt x="668655" y="37839"/>
                </a:lnTo>
                <a:lnTo>
                  <a:pt x="677228" y="54331"/>
                </a:lnTo>
                <a:lnTo>
                  <a:pt x="685800" y="71609"/>
                </a:lnTo>
                <a:lnTo>
                  <a:pt x="694372" y="86785"/>
                </a:lnTo>
                <a:lnTo>
                  <a:pt x="702945" y="97113"/>
                </a:lnTo>
                <a:lnTo>
                  <a:pt x="711518" y="101151"/>
                </a:lnTo>
                <a:lnTo>
                  <a:pt x="720090" y="99596"/>
                </a:lnTo>
                <a:lnTo>
                  <a:pt x="728663" y="95409"/>
                </a:lnTo>
                <a:lnTo>
                  <a:pt x="737235" y="93081"/>
                </a:lnTo>
                <a:lnTo>
                  <a:pt x="745807" y="97223"/>
                </a:lnTo>
                <a:lnTo>
                  <a:pt x="754380" y="110970"/>
                </a:lnTo>
                <a:lnTo>
                  <a:pt x="762953" y="134748"/>
                </a:lnTo>
                <a:lnTo>
                  <a:pt x="771525" y="165873"/>
                </a:lnTo>
                <a:lnTo>
                  <a:pt x="780097" y="199138"/>
                </a:lnTo>
                <a:lnTo>
                  <a:pt x="788670" y="228179"/>
                </a:lnTo>
                <a:lnTo>
                  <a:pt x="797243" y="247180"/>
                </a:lnTo>
                <a:lnTo>
                  <a:pt x="805815" y="252335"/>
                </a:lnTo>
                <a:lnTo>
                  <a:pt x="814388" y="242662"/>
                </a:lnTo>
                <a:lnTo>
                  <a:pt x="822960" y="219964"/>
                </a:lnTo>
                <a:lnTo>
                  <a:pt x="831532" y="188082"/>
                </a:lnTo>
                <a:lnTo>
                  <a:pt x="840105" y="151761"/>
                </a:lnTo>
                <a:lnTo>
                  <a:pt x="848678" y="115524"/>
                </a:lnTo>
                <a:lnTo>
                  <a:pt x="857250" y="82885"/>
                </a:lnTo>
                <a:lnTo>
                  <a:pt x="865822" y="56021"/>
                </a:lnTo>
                <a:lnTo>
                  <a:pt x="874395" y="35871"/>
                </a:lnTo>
                <a:lnTo>
                  <a:pt x="882968" y="22472"/>
                </a:lnTo>
                <a:lnTo>
                  <a:pt x="891540" y="15344"/>
                </a:lnTo>
                <a:lnTo>
                  <a:pt x="900113" y="13757"/>
                </a:lnTo>
                <a:lnTo>
                  <a:pt x="908685" y="16843"/>
                </a:lnTo>
                <a:lnTo>
                  <a:pt x="917257" y="23589"/>
                </a:lnTo>
                <a:lnTo>
                  <a:pt x="925830" y="32805"/>
                </a:lnTo>
                <a:lnTo>
                  <a:pt x="934403" y="43151"/>
                </a:lnTo>
                <a:lnTo>
                  <a:pt x="942975" y="53262"/>
                </a:lnTo>
                <a:lnTo>
                  <a:pt x="951547" y="61953"/>
                </a:lnTo>
                <a:lnTo>
                  <a:pt x="960120" y="68440"/>
                </a:lnTo>
                <a:lnTo>
                  <a:pt x="968693" y="72508"/>
                </a:lnTo>
                <a:lnTo>
                  <a:pt x="977265" y="74559"/>
                </a:lnTo>
                <a:lnTo>
                  <a:pt x="985838" y="75524"/>
                </a:lnTo>
                <a:lnTo>
                  <a:pt x="994410" y="76659"/>
                </a:lnTo>
                <a:lnTo>
                  <a:pt x="1002982" y="79266"/>
                </a:lnTo>
                <a:lnTo>
                  <a:pt x="1011555" y="84418"/>
                </a:lnTo>
                <a:lnTo>
                  <a:pt x="1020128" y="92730"/>
                </a:lnTo>
                <a:lnTo>
                  <a:pt x="1028700" y="104222"/>
                </a:lnTo>
                <a:lnTo>
                  <a:pt x="1037272" y="118301"/>
                </a:lnTo>
                <a:lnTo>
                  <a:pt x="1045845" y="133837"/>
                </a:lnTo>
                <a:lnTo>
                  <a:pt x="1054418" y="149334"/>
                </a:lnTo>
                <a:lnTo>
                  <a:pt x="1062990" y="163152"/>
                </a:lnTo>
                <a:lnTo>
                  <a:pt x="1071563" y="173737"/>
                </a:lnTo>
                <a:lnTo>
                  <a:pt x="1080135" y="179846"/>
                </a:lnTo>
                <a:lnTo>
                  <a:pt x="1088707" y="180708"/>
                </a:lnTo>
                <a:lnTo>
                  <a:pt x="1097280" y="176129"/>
                </a:lnTo>
                <a:lnTo>
                  <a:pt x="1105853" y="166509"/>
                </a:lnTo>
                <a:lnTo>
                  <a:pt x="1114425" y="152780"/>
                </a:lnTo>
                <a:lnTo>
                  <a:pt x="1122997" y="136282"/>
                </a:lnTo>
                <a:lnTo>
                  <a:pt x="1131570" y="118581"/>
                </a:lnTo>
                <a:lnTo>
                  <a:pt x="1140143" y="101277"/>
                </a:lnTo>
                <a:lnTo>
                  <a:pt x="1148715" y="85811"/>
                </a:lnTo>
                <a:lnTo>
                  <a:pt x="1157288" y="73303"/>
                </a:lnTo>
                <a:lnTo>
                  <a:pt x="1165860" y="64446"/>
                </a:lnTo>
                <a:lnTo>
                  <a:pt x="1174432" y="59459"/>
                </a:lnTo>
                <a:lnTo>
                  <a:pt x="1183005" y="58107"/>
                </a:lnTo>
                <a:lnTo>
                  <a:pt x="1191578" y="59780"/>
                </a:lnTo>
                <a:lnTo>
                  <a:pt x="1200150" y="63608"/>
                </a:lnTo>
                <a:lnTo>
                  <a:pt x="1208722" y="68613"/>
                </a:lnTo>
                <a:lnTo>
                  <a:pt x="1217295" y="73849"/>
                </a:lnTo>
                <a:lnTo>
                  <a:pt x="1225868" y="78534"/>
                </a:lnTo>
                <a:lnTo>
                  <a:pt x="1234440" y="82144"/>
                </a:lnTo>
                <a:lnTo>
                  <a:pt x="1243013" y="84461"/>
                </a:lnTo>
                <a:lnTo>
                  <a:pt x="1251585" y="85575"/>
                </a:lnTo>
                <a:lnTo>
                  <a:pt x="1260157" y="85840"/>
                </a:lnTo>
                <a:lnTo>
                  <a:pt x="1268730" y="85797"/>
                </a:lnTo>
                <a:lnTo>
                  <a:pt x="1277303" y="86070"/>
                </a:lnTo>
                <a:lnTo>
                  <a:pt x="1285875" y="87256"/>
                </a:lnTo>
                <a:lnTo>
                  <a:pt x="1294447" y="89829"/>
                </a:lnTo>
                <a:lnTo>
                  <a:pt x="1303020" y="94056"/>
                </a:lnTo>
                <a:lnTo>
                  <a:pt x="1311593" y="99950"/>
                </a:lnTo>
                <a:lnTo>
                  <a:pt x="1320165" y="107258"/>
                </a:lnTo>
                <a:lnTo>
                  <a:pt x="1328738" y="115484"/>
                </a:lnTo>
                <a:lnTo>
                  <a:pt x="1337310" y="123945"/>
                </a:lnTo>
                <a:lnTo>
                  <a:pt x="1345882" y="131855"/>
                </a:lnTo>
                <a:lnTo>
                  <a:pt x="1354455" y="138414"/>
                </a:lnTo>
                <a:lnTo>
                  <a:pt x="1363028" y="142911"/>
                </a:lnTo>
                <a:lnTo>
                  <a:pt x="1371600" y="144804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C4155E-754B-4E90-BC7C-61403BD30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603" y="3532577"/>
            <a:ext cx="274320" cy="252335"/>
          </a:xfrm>
          <a:custGeom xmlns:a="http://schemas.openxmlformats.org/drawingml/2006/main">
            <a:pathLst>
              <a:path w="274320" h="252335">
                <a:moveTo>
                  <a:pt x="0" y="26653"/>
                </a:moveTo>
                <a:lnTo>
                  <a:pt x="8572" y="11490"/>
                </a:lnTo>
                <a:lnTo>
                  <a:pt x="17145" y="3127"/>
                </a:lnTo>
                <a:lnTo>
                  <a:pt x="25717" y="0"/>
                </a:lnTo>
                <a:lnTo>
                  <a:pt x="34290" y="337"/>
                </a:lnTo>
                <a:lnTo>
                  <a:pt x="42863" y="2882"/>
                </a:lnTo>
                <a:lnTo>
                  <a:pt x="51435" y="7305"/>
                </a:lnTo>
                <a:lnTo>
                  <a:pt x="60007" y="14129"/>
                </a:lnTo>
                <a:lnTo>
                  <a:pt x="68580" y="24186"/>
                </a:lnTo>
                <a:lnTo>
                  <a:pt x="77153" y="37839"/>
                </a:lnTo>
                <a:lnTo>
                  <a:pt x="85725" y="54331"/>
                </a:lnTo>
                <a:lnTo>
                  <a:pt x="94297" y="71609"/>
                </a:lnTo>
                <a:lnTo>
                  <a:pt x="102870" y="86785"/>
                </a:lnTo>
                <a:lnTo>
                  <a:pt x="111442" y="97113"/>
                </a:lnTo>
                <a:lnTo>
                  <a:pt x="120015" y="101151"/>
                </a:lnTo>
                <a:lnTo>
                  <a:pt x="128588" y="99596"/>
                </a:lnTo>
                <a:lnTo>
                  <a:pt x="137160" y="95409"/>
                </a:lnTo>
                <a:lnTo>
                  <a:pt x="145732" y="93081"/>
                </a:lnTo>
                <a:lnTo>
                  <a:pt x="154305" y="97223"/>
                </a:lnTo>
                <a:lnTo>
                  <a:pt x="162878" y="110970"/>
                </a:lnTo>
                <a:lnTo>
                  <a:pt x="171450" y="134748"/>
                </a:lnTo>
                <a:lnTo>
                  <a:pt x="180022" y="165873"/>
                </a:lnTo>
                <a:lnTo>
                  <a:pt x="188595" y="199138"/>
                </a:lnTo>
                <a:lnTo>
                  <a:pt x="197167" y="228179"/>
                </a:lnTo>
                <a:lnTo>
                  <a:pt x="205740" y="247180"/>
                </a:lnTo>
                <a:lnTo>
                  <a:pt x="214313" y="252335"/>
                </a:lnTo>
                <a:lnTo>
                  <a:pt x="222885" y="242662"/>
                </a:lnTo>
                <a:lnTo>
                  <a:pt x="231457" y="219964"/>
                </a:lnTo>
                <a:lnTo>
                  <a:pt x="240030" y="188082"/>
                </a:lnTo>
                <a:lnTo>
                  <a:pt x="248603" y="151761"/>
                </a:lnTo>
                <a:lnTo>
                  <a:pt x="257175" y="115524"/>
                </a:lnTo>
                <a:lnTo>
                  <a:pt x="265747" y="82885"/>
                </a:lnTo>
                <a:lnTo>
                  <a:pt x="274320" y="56021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B59A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C6D0BA8-6AB7-46F8-9F08-930F56799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28995"/>
            <a:ext cx="352425" cy="953"/>
          </a:xfrm>
          <a:custGeom xmlns:a="http://schemas.openxmlformats.org/drawingml/2006/main">
            <a:pathLst>
              <a:path w="352425" h="953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30DF183-7FC4-4058-96FC-92608B585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32" y="358756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EAAAE1B-0593-4679-B391-BA747CCE0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990945"/>
            <a:ext cx="6381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78944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78944F"/>
                </a:solidFill>
                <a:latin typeface="Arial"/>
                <a:ea typeface="Arial"/>
                <a:cs typeface="Arial"/>
              </a:rPr>
              <a:t>011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594C940-94C6-4C04-AD36-712A122E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6888" y="3933795"/>
            <a:ext cx="274320" cy="352425"/>
          </a:xfrm>
          <a:prstGeom xmlns:a="http://schemas.openxmlformats.org/drawingml/2006/main" prst="roundRect">
            <a:avLst>
              <a:gd name="adj" fmla="val 10417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EF3BF5F8-745A-4F52-8AD5-A447994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989964"/>
            <a:ext cx="1371600" cy="244281"/>
          </a:xfrm>
          <a:custGeom xmlns:a="http://schemas.openxmlformats.org/drawingml/2006/main">
            <a:pathLst>
              <a:path w="1371600" h="244281">
                <a:moveTo>
                  <a:pt x="0" y="120044"/>
                </a:moveTo>
                <a:lnTo>
                  <a:pt x="8572" y="109185"/>
                </a:lnTo>
                <a:lnTo>
                  <a:pt x="17145" y="99208"/>
                </a:lnTo>
                <a:lnTo>
                  <a:pt x="25718" y="90900"/>
                </a:lnTo>
                <a:lnTo>
                  <a:pt x="34290" y="84863"/>
                </a:lnTo>
                <a:lnTo>
                  <a:pt x="42863" y="81454"/>
                </a:lnTo>
                <a:lnTo>
                  <a:pt x="51435" y="80749"/>
                </a:lnTo>
                <a:lnTo>
                  <a:pt x="60007" y="82543"/>
                </a:lnTo>
                <a:lnTo>
                  <a:pt x="68580" y="86379"/>
                </a:lnTo>
                <a:lnTo>
                  <a:pt x="77153" y="91620"/>
                </a:lnTo>
                <a:lnTo>
                  <a:pt x="85725" y="97532"/>
                </a:lnTo>
                <a:lnTo>
                  <a:pt x="94297" y="103386"/>
                </a:lnTo>
                <a:lnTo>
                  <a:pt x="102870" y="108559"/>
                </a:lnTo>
                <a:lnTo>
                  <a:pt x="111443" y="112624"/>
                </a:lnTo>
                <a:lnTo>
                  <a:pt x="120015" y="115408"/>
                </a:lnTo>
                <a:lnTo>
                  <a:pt x="128588" y="117018"/>
                </a:lnTo>
                <a:lnTo>
                  <a:pt x="137160" y="117826"/>
                </a:lnTo>
                <a:lnTo>
                  <a:pt x="145732" y="118408"/>
                </a:lnTo>
                <a:lnTo>
                  <a:pt x="154305" y="119453"/>
                </a:lnTo>
                <a:lnTo>
                  <a:pt x="162878" y="121643"/>
                </a:lnTo>
                <a:lnTo>
                  <a:pt x="171450" y="125528"/>
                </a:lnTo>
                <a:lnTo>
                  <a:pt x="180022" y="131412"/>
                </a:lnTo>
                <a:lnTo>
                  <a:pt x="188595" y="139265"/>
                </a:lnTo>
                <a:lnTo>
                  <a:pt x="197168" y="148680"/>
                </a:lnTo>
                <a:lnTo>
                  <a:pt x="205740" y="158886"/>
                </a:lnTo>
                <a:lnTo>
                  <a:pt x="214313" y="168815"/>
                </a:lnTo>
                <a:lnTo>
                  <a:pt x="222885" y="177223"/>
                </a:lnTo>
                <a:lnTo>
                  <a:pt x="231457" y="182850"/>
                </a:lnTo>
                <a:lnTo>
                  <a:pt x="240030" y="184592"/>
                </a:lnTo>
                <a:lnTo>
                  <a:pt x="248603" y="181668"/>
                </a:lnTo>
                <a:lnTo>
                  <a:pt x="257175" y="173760"/>
                </a:lnTo>
                <a:lnTo>
                  <a:pt x="265747" y="161093"/>
                </a:lnTo>
                <a:lnTo>
                  <a:pt x="274320" y="144445"/>
                </a:lnTo>
                <a:lnTo>
                  <a:pt x="282893" y="125083"/>
                </a:lnTo>
                <a:lnTo>
                  <a:pt x="291465" y="104634"/>
                </a:lnTo>
                <a:lnTo>
                  <a:pt x="300038" y="84887"/>
                </a:lnTo>
                <a:lnTo>
                  <a:pt x="308610" y="67580"/>
                </a:lnTo>
                <a:lnTo>
                  <a:pt x="317182" y="54180"/>
                </a:lnTo>
                <a:lnTo>
                  <a:pt x="325755" y="45694"/>
                </a:lnTo>
                <a:lnTo>
                  <a:pt x="334328" y="42542"/>
                </a:lnTo>
                <a:lnTo>
                  <a:pt x="342900" y="44513"/>
                </a:lnTo>
                <a:lnTo>
                  <a:pt x="351472" y="50809"/>
                </a:lnTo>
                <a:lnTo>
                  <a:pt x="360045" y="60171"/>
                </a:lnTo>
                <a:lnTo>
                  <a:pt x="368618" y="71080"/>
                </a:lnTo>
                <a:lnTo>
                  <a:pt x="377190" y="81991"/>
                </a:lnTo>
                <a:lnTo>
                  <a:pt x="385763" y="91577"/>
                </a:lnTo>
                <a:lnTo>
                  <a:pt x="394335" y="98936"/>
                </a:lnTo>
                <a:lnTo>
                  <a:pt x="402907" y="103735"/>
                </a:lnTo>
                <a:lnTo>
                  <a:pt x="411480" y="106264"/>
                </a:lnTo>
                <a:lnTo>
                  <a:pt x="420053" y="107379"/>
                </a:lnTo>
                <a:lnTo>
                  <a:pt x="428625" y="108362"/>
                </a:lnTo>
                <a:lnTo>
                  <a:pt x="437197" y="110680"/>
                </a:lnTo>
                <a:lnTo>
                  <a:pt x="445770" y="115716"/>
                </a:lnTo>
                <a:lnTo>
                  <a:pt x="454343" y="124490"/>
                </a:lnTo>
                <a:lnTo>
                  <a:pt x="462915" y="137423"/>
                </a:lnTo>
                <a:lnTo>
                  <a:pt x="471488" y="154194"/>
                </a:lnTo>
                <a:lnTo>
                  <a:pt x="480060" y="173718"/>
                </a:lnTo>
                <a:lnTo>
                  <a:pt x="488632" y="194247"/>
                </a:lnTo>
                <a:lnTo>
                  <a:pt x="497205" y="213596"/>
                </a:lnTo>
                <a:lnTo>
                  <a:pt x="505778" y="229435"/>
                </a:lnTo>
                <a:lnTo>
                  <a:pt x="514350" y="239622"/>
                </a:lnTo>
                <a:lnTo>
                  <a:pt x="522922" y="242484"/>
                </a:lnTo>
                <a:lnTo>
                  <a:pt x="531495" y="237037"/>
                </a:lnTo>
                <a:lnTo>
                  <a:pt x="540068" y="223093"/>
                </a:lnTo>
                <a:lnTo>
                  <a:pt x="548640" y="201281"/>
                </a:lnTo>
                <a:lnTo>
                  <a:pt x="557213" y="172981"/>
                </a:lnTo>
                <a:lnTo>
                  <a:pt x="565785" y="140221"/>
                </a:lnTo>
                <a:lnTo>
                  <a:pt x="574357" y="105537"/>
                </a:lnTo>
                <a:lnTo>
                  <a:pt x="582930" y="71799"/>
                </a:lnTo>
                <a:lnTo>
                  <a:pt x="591503" y="41975"/>
                </a:lnTo>
                <a:lnTo>
                  <a:pt x="600075" y="18814"/>
                </a:lnTo>
                <a:lnTo>
                  <a:pt x="608647" y="4452"/>
                </a:lnTo>
                <a:lnTo>
                  <a:pt x="617220" y="0"/>
                </a:lnTo>
                <a:lnTo>
                  <a:pt x="625793" y="5216"/>
                </a:lnTo>
                <a:lnTo>
                  <a:pt x="634365" y="18382"/>
                </a:lnTo>
                <a:lnTo>
                  <a:pt x="642938" y="36509"/>
                </a:lnTo>
                <a:lnTo>
                  <a:pt x="651510" y="55873"/>
                </a:lnTo>
                <a:lnTo>
                  <a:pt x="660082" y="72809"/>
                </a:lnTo>
                <a:lnTo>
                  <a:pt x="668655" y="84576"/>
                </a:lnTo>
                <a:lnTo>
                  <a:pt x="677228" y="90022"/>
                </a:lnTo>
                <a:lnTo>
                  <a:pt x="685800" y="89861"/>
                </a:lnTo>
                <a:lnTo>
                  <a:pt x="694372" y="86430"/>
                </a:lnTo>
                <a:lnTo>
                  <a:pt x="702945" y="83002"/>
                </a:lnTo>
                <a:lnTo>
                  <a:pt x="711518" y="82850"/>
                </a:lnTo>
                <a:lnTo>
                  <a:pt x="720090" y="88360"/>
                </a:lnTo>
                <a:lnTo>
                  <a:pt x="728663" y="100463"/>
                </a:lnTo>
                <a:lnTo>
                  <a:pt x="737235" y="118532"/>
                </a:lnTo>
                <a:lnTo>
                  <a:pt x="745807" y="140724"/>
                </a:lnTo>
                <a:lnTo>
                  <a:pt x="754380" y="164600"/>
                </a:lnTo>
                <a:lnTo>
                  <a:pt x="762953" y="187764"/>
                </a:lnTo>
                <a:lnTo>
                  <a:pt x="771525" y="208312"/>
                </a:lnTo>
                <a:lnTo>
                  <a:pt x="780097" y="224959"/>
                </a:lnTo>
                <a:lnTo>
                  <a:pt x="788670" y="236903"/>
                </a:lnTo>
                <a:lnTo>
                  <a:pt x="797243" y="243546"/>
                </a:lnTo>
                <a:lnTo>
                  <a:pt x="805815" y="244281"/>
                </a:lnTo>
                <a:lnTo>
                  <a:pt x="814388" y="238464"/>
                </a:lnTo>
                <a:lnTo>
                  <a:pt x="822960" y="225611"/>
                </a:lnTo>
                <a:lnTo>
                  <a:pt x="831532" y="205739"/>
                </a:lnTo>
                <a:lnTo>
                  <a:pt x="840105" y="179684"/>
                </a:lnTo>
                <a:lnTo>
                  <a:pt x="848678" y="149248"/>
                </a:lnTo>
                <a:lnTo>
                  <a:pt x="857250" y="117081"/>
                </a:lnTo>
                <a:lnTo>
                  <a:pt x="865822" y="86290"/>
                </a:lnTo>
                <a:lnTo>
                  <a:pt x="874395" y="59898"/>
                </a:lnTo>
                <a:lnTo>
                  <a:pt x="882968" y="40286"/>
                </a:lnTo>
                <a:lnTo>
                  <a:pt x="891540" y="28776"/>
                </a:lnTo>
                <a:lnTo>
                  <a:pt x="900113" y="25457"/>
                </a:lnTo>
                <a:lnTo>
                  <a:pt x="908685" y="29278"/>
                </a:lnTo>
                <a:lnTo>
                  <a:pt x="917257" y="38344"/>
                </a:lnTo>
                <a:lnTo>
                  <a:pt x="925830" y="50346"/>
                </a:lnTo>
                <a:lnTo>
                  <a:pt x="934403" y="63000"/>
                </a:lnTo>
                <a:lnTo>
                  <a:pt x="942975" y="74417"/>
                </a:lnTo>
                <a:lnTo>
                  <a:pt x="951547" y="83348"/>
                </a:lnTo>
                <a:lnTo>
                  <a:pt x="960120" y="89285"/>
                </a:lnTo>
                <a:lnTo>
                  <a:pt x="968693" y="92438"/>
                </a:lnTo>
                <a:lnTo>
                  <a:pt x="977265" y="93600"/>
                </a:lnTo>
                <a:lnTo>
                  <a:pt x="985838" y="93952"/>
                </a:lnTo>
                <a:lnTo>
                  <a:pt x="994410" y="94827"/>
                </a:lnTo>
                <a:lnTo>
                  <a:pt x="1002982" y="97471"/>
                </a:lnTo>
                <a:lnTo>
                  <a:pt x="1011555" y="102833"/>
                </a:lnTo>
                <a:lnTo>
                  <a:pt x="1020128" y="111397"/>
                </a:lnTo>
                <a:lnTo>
                  <a:pt x="1028700" y="123094"/>
                </a:lnTo>
                <a:lnTo>
                  <a:pt x="1037272" y="137287"/>
                </a:lnTo>
                <a:lnTo>
                  <a:pt x="1045845" y="152853"/>
                </a:lnTo>
                <a:lnTo>
                  <a:pt x="1054418" y="168323"/>
                </a:lnTo>
                <a:lnTo>
                  <a:pt x="1062990" y="182089"/>
                </a:lnTo>
                <a:lnTo>
                  <a:pt x="1071563" y="192625"/>
                </a:lnTo>
                <a:lnTo>
                  <a:pt x="1080135" y="198700"/>
                </a:lnTo>
                <a:lnTo>
                  <a:pt x="1088707" y="199547"/>
                </a:lnTo>
                <a:lnTo>
                  <a:pt x="1097280" y="194967"/>
                </a:lnTo>
                <a:lnTo>
                  <a:pt x="1105853" y="185354"/>
                </a:lnTo>
                <a:lnTo>
                  <a:pt x="1114425" y="171634"/>
                </a:lnTo>
                <a:lnTo>
                  <a:pt x="1122997" y="155143"/>
                </a:lnTo>
                <a:lnTo>
                  <a:pt x="1131570" y="137446"/>
                </a:lnTo>
                <a:lnTo>
                  <a:pt x="1140143" y="120144"/>
                </a:lnTo>
                <a:lnTo>
                  <a:pt x="1148715" y="104677"/>
                </a:lnTo>
                <a:lnTo>
                  <a:pt x="1157288" y="92168"/>
                </a:lnTo>
                <a:lnTo>
                  <a:pt x="1165860" y="83309"/>
                </a:lnTo>
                <a:lnTo>
                  <a:pt x="1174432" y="78322"/>
                </a:lnTo>
                <a:lnTo>
                  <a:pt x="1183005" y="76970"/>
                </a:lnTo>
                <a:lnTo>
                  <a:pt x="1191578" y="78642"/>
                </a:lnTo>
                <a:lnTo>
                  <a:pt x="1200150" y="82471"/>
                </a:lnTo>
                <a:lnTo>
                  <a:pt x="1208722" y="87476"/>
                </a:lnTo>
                <a:lnTo>
                  <a:pt x="1217295" y="92712"/>
                </a:lnTo>
                <a:lnTo>
                  <a:pt x="1225868" y="97397"/>
                </a:lnTo>
                <a:lnTo>
                  <a:pt x="1234440" y="101007"/>
                </a:lnTo>
                <a:lnTo>
                  <a:pt x="1243013" y="103324"/>
                </a:lnTo>
                <a:lnTo>
                  <a:pt x="1251585" y="104438"/>
                </a:lnTo>
                <a:lnTo>
                  <a:pt x="1260157" y="104703"/>
                </a:lnTo>
                <a:lnTo>
                  <a:pt x="1268730" y="104660"/>
                </a:lnTo>
                <a:lnTo>
                  <a:pt x="1277303" y="104933"/>
                </a:lnTo>
                <a:lnTo>
                  <a:pt x="1285875" y="106119"/>
                </a:lnTo>
                <a:lnTo>
                  <a:pt x="1294447" y="108693"/>
                </a:lnTo>
                <a:lnTo>
                  <a:pt x="1303020" y="112920"/>
                </a:lnTo>
                <a:lnTo>
                  <a:pt x="1311593" y="118814"/>
                </a:lnTo>
                <a:lnTo>
                  <a:pt x="1320165" y="126121"/>
                </a:lnTo>
                <a:lnTo>
                  <a:pt x="1328738" y="134347"/>
                </a:lnTo>
                <a:lnTo>
                  <a:pt x="1337310" y="142809"/>
                </a:lnTo>
                <a:lnTo>
                  <a:pt x="1345882" y="150718"/>
                </a:lnTo>
                <a:lnTo>
                  <a:pt x="1354455" y="157277"/>
                </a:lnTo>
                <a:lnTo>
                  <a:pt x="1363028" y="161774"/>
                </a:lnTo>
                <a:lnTo>
                  <a:pt x="1371600" y="163668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6FD58717-01A8-4BF2-9AC0-CF77E77AF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8603" y="3989964"/>
            <a:ext cx="274320" cy="244281"/>
          </a:xfrm>
          <a:custGeom xmlns:a="http://schemas.openxmlformats.org/drawingml/2006/main">
            <a:pathLst>
              <a:path w="274320" h="244281">
                <a:moveTo>
                  <a:pt x="0" y="41975"/>
                </a:moveTo>
                <a:lnTo>
                  <a:pt x="8572" y="18814"/>
                </a:lnTo>
                <a:lnTo>
                  <a:pt x="17145" y="4452"/>
                </a:lnTo>
                <a:lnTo>
                  <a:pt x="25717" y="0"/>
                </a:lnTo>
                <a:lnTo>
                  <a:pt x="34290" y="5216"/>
                </a:lnTo>
                <a:lnTo>
                  <a:pt x="42863" y="18382"/>
                </a:lnTo>
                <a:lnTo>
                  <a:pt x="51435" y="36509"/>
                </a:lnTo>
                <a:lnTo>
                  <a:pt x="60007" y="55873"/>
                </a:lnTo>
                <a:lnTo>
                  <a:pt x="68580" y="72809"/>
                </a:lnTo>
                <a:lnTo>
                  <a:pt x="77153" y="84576"/>
                </a:lnTo>
                <a:lnTo>
                  <a:pt x="85725" y="90022"/>
                </a:lnTo>
                <a:lnTo>
                  <a:pt x="94297" y="89861"/>
                </a:lnTo>
                <a:lnTo>
                  <a:pt x="102870" y="86430"/>
                </a:lnTo>
                <a:lnTo>
                  <a:pt x="111442" y="83002"/>
                </a:lnTo>
                <a:lnTo>
                  <a:pt x="120015" y="82850"/>
                </a:lnTo>
                <a:lnTo>
                  <a:pt x="128588" y="88360"/>
                </a:lnTo>
                <a:lnTo>
                  <a:pt x="137160" y="100463"/>
                </a:lnTo>
                <a:lnTo>
                  <a:pt x="145732" y="118532"/>
                </a:lnTo>
                <a:lnTo>
                  <a:pt x="154305" y="140724"/>
                </a:lnTo>
                <a:lnTo>
                  <a:pt x="162878" y="164600"/>
                </a:lnTo>
                <a:lnTo>
                  <a:pt x="171450" y="187764"/>
                </a:lnTo>
                <a:lnTo>
                  <a:pt x="180022" y="208312"/>
                </a:lnTo>
                <a:lnTo>
                  <a:pt x="188595" y="224959"/>
                </a:lnTo>
                <a:lnTo>
                  <a:pt x="197167" y="236903"/>
                </a:lnTo>
                <a:lnTo>
                  <a:pt x="205740" y="243546"/>
                </a:lnTo>
                <a:lnTo>
                  <a:pt x="214313" y="244281"/>
                </a:lnTo>
                <a:lnTo>
                  <a:pt x="222885" y="238464"/>
                </a:lnTo>
                <a:lnTo>
                  <a:pt x="231457" y="225611"/>
                </a:lnTo>
                <a:lnTo>
                  <a:pt x="240030" y="205739"/>
                </a:lnTo>
                <a:lnTo>
                  <a:pt x="248603" y="179684"/>
                </a:lnTo>
                <a:lnTo>
                  <a:pt x="257175" y="149248"/>
                </a:lnTo>
                <a:lnTo>
                  <a:pt x="265747" y="117081"/>
                </a:lnTo>
                <a:lnTo>
                  <a:pt x="274320" y="86290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78944F"/>
            </a:solidFill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8F34D42-E2F9-4F97-8A30-6E334F52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628995"/>
            <a:ext cx="352425" cy="476250"/>
          </a:xfrm>
          <a:custGeom xmlns:a="http://schemas.openxmlformats.org/drawingml/2006/main">
            <a:pathLst>
              <a:path w="352425" h="476250">
                <a:moveTo>
                  <a:pt x="0" y="476250"/>
                </a:moveTo>
                <a:lnTo>
                  <a:pt x="35242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D7D08F7-DED1-4028-B5BC-CA3668D9C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1578" y="3628995"/>
            <a:ext cx="84322" cy="93588"/>
          </a:xfrm>
          <a:custGeom xmlns:a="http://schemas.openxmlformats.org/drawingml/2006/main">
            <a:pathLst>
              <a:path w="84322" h="93588">
                <a:moveTo>
                  <a:pt x="66607" y="93588"/>
                </a:moveTo>
                <a:lnTo>
                  <a:pt x="84322" y="0"/>
                </a:lnTo>
                <a:lnTo>
                  <a:pt x="0" y="44299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DF1C444-7A3E-4D55-A53C-C277FED48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37182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38798"/>
            </a:solidFill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528C88F-FE73-4A2B-8421-D74CEDB52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390870"/>
            <a:ext cx="3905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3879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38798"/>
                </a:solidFill>
                <a:latin typeface="Arial"/>
                <a:ea typeface="Arial"/>
                <a:cs typeface="Arial"/>
              </a:rPr>
              <a:t>Σ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FEFE406-4475-4838-9E6F-F4B226C4B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095"/>
            <a:ext cx="1123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average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F0D13B1-D3EF-4B6C-8A74-D3C31441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628995"/>
            <a:ext cx="409575" cy="953"/>
          </a:xfrm>
          <a:custGeom xmlns:a="http://schemas.openxmlformats.org/drawingml/2006/main">
            <a:pathLst>
              <a:path w="409575" h="953">
                <a:moveTo>
                  <a:pt x="0" y="0"/>
                </a:moveTo>
                <a:lnTo>
                  <a:pt x="409575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701B46D1-1DE7-41DA-930F-A63D401D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07" y="358756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32A8D72C-00BA-4014-8F36-4592513DF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3124170"/>
            <a:ext cx="1219200" cy="1038225"/>
          </a:xfrm>
          <a:prstGeom xmlns:a="http://schemas.openxmlformats.org/drawingml/2006/main" prst="roundRect">
            <a:avLst>
              <a:gd name="adj" fmla="val 91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138798"/>
            </a:solidFill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D476ACD-B378-42A6-81BD-9F13AFA8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8300" y="3352770"/>
            <a:ext cx="201930" cy="533400"/>
          </a:xfrm>
          <a:prstGeom xmlns:a="http://schemas.openxmlformats.org/drawingml/2006/main" prst="roundRect">
            <a:avLst>
              <a:gd name="adj" fmla="val 14151"/>
            </a:avLst>
          </a:prstGeom>
          <a:solidFill xmlns:a="http://schemas.openxmlformats.org/drawingml/2006/main">
            <a:srgbClr val="FFF1CE"/>
          </a:solidFill>
          <a:ln xmlns:a="http://schemas.openxmlformats.org/drawingml/2006/main" w="17145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F8DCC412-66E0-4C1E-BEB5-38CA8F2C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3442669"/>
            <a:ext cx="1009650" cy="371810"/>
          </a:xfrm>
          <a:custGeom xmlns:a="http://schemas.openxmlformats.org/drawingml/2006/main">
            <a:pathLst>
              <a:path w="1009650" h="371810">
                <a:moveTo>
                  <a:pt x="0" y="176801"/>
                </a:moveTo>
                <a:lnTo>
                  <a:pt x="6310" y="160366"/>
                </a:lnTo>
                <a:lnTo>
                  <a:pt x="12621" y="145266"/>
                </a:lnTo>
                <a:lnTo>
                  <a:pt x="18931" y="132692"/>
                </a:lnTo>
                <a:lnTo>
                  <a:pt x="25241" y="123554"/>
                </a:lnTo>
                <a:lnTo>
                  <a:pt x="31552" y="118395"/>
                </a:lnTo>
                <a:lnTo>
                  <a:pt x="37862" y="117328"/>
                </a:lnTo>
                <a:lnTo>
                  <a:pt x="44172" y="120042"/>
                </a:lnTo>
                <a:lnTo>
                  <a:pt x="50482" y="125849"/>
                </a:lnTo>
                <a:lnTo>
                  <a:pt x="56793" y="133782"/>
                </a:lnTo>
                <a:lnTo>
                  <a:pt x="63103" y="142729"/>
                </a:lnTo>
                <a:lnTo>
                  <a:pt x="69413" y="151589"/>
                </a:lnTo>
                <a:lnTo>
                  <a:pt x="75724" y="159419"/>
                </a:lnTo>
                <a:lnTo>
                  <a:pt x="82034" y="165571"/>
                </a:lnTo>
                <a:lnTo>
                  <a:pt x="88344" y="169785"/>
                </a:lnTo>
                <a:lnTo>
                  <a:pt x="94655" y="172222"/>
                </a:lnTo>
                <a:lnTo>
                  <a:pt x="100965" y="173445"/>
                </a:lnTo>
                <a:lnTo>
                  <a:pt x="107275" y="174326"/>
                </a:lnTo>
                <a:lnTo>
                  <a:pt x="113586" y="175907"/>
                </a:lnTo>
                <a:lnTo>
                  <a:pt x="119896" y="179221"/>
                </a:lnTo>
                <a:lnTo>
                  <a:pt x="126206" y="185101"/>
                </a:lnTo>
                <a:lnTo>
                  <a:pt x="132517" y="194007"/>
                </a:lnTo>
                <a:lnTo>
                  <a:pt x="138827" y="205893"/>
                </a:lnTo>
                <a:lnTo>
                  <a:pt x="145137" y="220142"/>
                </a:lnTo>
                <a:lnTo>
                  <a:pt x="151448" y="235589"/>
                </a:lnTo>
                <a:lnTo>
                  <a:pt x="157758" y="250616"/>
                </a:lnTo>
                <a:lnTo>
                  <a:pt x="164068" y="263343"/>
                </a:lnTo>
                <a:lnTo>
                  <a:pt x="170378" y="271860"/>
                </a:lnTo>
                <a:lnTo>
                  <a:pt x="176689" y="274495"/>
                </a:lnTo>
                <a:lnTo>
                  <a:pt x="182999" y="270069"/>
                </a:lnTo>
                <a:lnTo>
                  <a:pt x="189309" y="258101"/>
                </a:lnTo>
                <a:lnTo>
                  <a:pt x="195620" y="238929"/>
                </a:lnTo>
                <a:lnTo>
                  <a:pt x="201930" y="213732"/>
                </a:lnTo>
                <a:lnTo>
                  <a:pt x="208240" y="184428"/>
                </a:lnTo>
                <a:lnTo>
                  <a:pt x="214551" y="153478"/>
                </a:lnTo>
                <a:lnTo>
                  <a:pt x="220861" y="123590"/>
                </a:lnTo>
                <a:lnTo>
                  <a:pt x="227171" y="97397"/>
                </a:lnTo>
                <a:lnTo>
                  <a:pt x="233482" y="77117"/>
                </a:lnTo>
                <a:lnTo>
                  <a:pt x="239792" y="64273"/>
                </a:lnTo>
                <a:lnTo>
                  <a:pt x="246102" y="59502"/>
                </a:lnTo>
                <a:lnTo>
                  <a:pt x="252413" y="62485"/>
                </a:lnTo>
                <a:lnTo>
                  <a:pt x="258723" y="72011"/>
                </a:lnTo>
                <a:lnTo>
                  <a:pt x="265033" y="86177"/>
                </a:lnTo>
                <a:lnTo>
                  <a:pt x="271343" y="102684"/>
                </a:lnTo>
                <a:lnTo>
                  <a:pt x="277654" y="119196"/>
                </a:lnTo>
                <a:lnTo>
                  <a:pt x="283964" y="133709"/>
                </a:lnTo>
                <a:lnTo>
                  <a:pt x="290274" y="144858"/>
                </a:lnTo>
                <a:lnTo>
                  <a:pt x="296585" y="152142"/>
                </a:lnTo>
                <a:lnTo>
                  <a:pt x="302895" y="155992"/>
                </a:lnTo>
                <a:lnTo>
                  <a:pt x="309205" y="157697"/>
                </a:lnTo>
                <a:lnTo>
                  <a:pt x="315516" y="159181"/>
                </a:lnTo>
                <a:lnTo>
                  <a:pt x="321826" y="162653"/>
                </a:lnTo>
                <a:lnTo>
                  <a:pt x="328136" y="170204"/>
                </a:lnTo>
                <a:lnTo>
                  <a:pt x="334447" y="183385"/>
                </a:lnTo>
                <a:lnTo>
                  <a:pt x="340757" y="202866"/>
                </a:lnTo>
                <a:lnTo>
                  <a:pt x="347067" y="228208"/>
                </a:lnTo>
                <a:lnTo>
                  <a:pt x="353377" y="257816"/>
                </a:lnTo>
                <a:lnTo>
                  <a:pt x="359688" y="289078"/>
                </a:lnTo>
                <a:lnTo>
                  <a:pt x="365998" y="318669"/>
                </a:lnTo>
                <a:lnTo>
                  <a:pt x="372308" y="342992"/>
                </a:lnTo>
                <a:lnTo>
                  <a:pt x="378619" y="358671"/>
                </a:lnTo>
                <a:lnTo>
                  <a:pt x="384929" y="363022"/>
                </a:lnTo>
                <a:lnTo>
                  <a:pt x="391239" y="354439"/>
                </a:lnTo>
                <a:lnTo>
                  <a:pt x="397550" y="332627"/>
                </a:lnTo>
                <a:lnTo>
                  <a:pt x="403860" y="298672"/>
                </a:lnTo>
                <a:lnTo>
                  <a:pt x="410170" y="254954"/>
                </a:lnTo>
                <a:lnTo>
                  <a:pt x="416481" y="204913"/>
                </a:lnTo>
                <a:lnTo>
                  <a:pt x="422791" y="152712"/>
                </a:lnTo>
                <a:lnTo>
                  <a:pt x="429101" y="102824"/>
                </a:lnTo>
                <a:lnTo>
                  <a:pt x="435412" y="59561"/>
                </a:lnTo>
                <a:lnTo>
                  <a:pt x="441722" y="26578"/>
                </a:lnTo>
                <a:lnTo>
                  <a:pt x="448032" y="6394"/>
                </a:lnTo>
                <a:lnTo>
                  <a:pt x="454343" y="0"/>
                </a:lnTo>
                <a:lnTo>
                  <a:pt x="460653" y="6630"/>
                </a:lnTo>
                <a:lnTo>
                  <a:pt x="466963" y="23806"/>
                </a:lnTo>
                <a:lnTo>
                  <a:pt x="473273" y="47691"/>
                </a:lnTo>
                <a:lnTo>
                  <a:pt x="479584" y="73750"/>
                </a:lnTo>
                <a:lnTo>
                  <a:pt x="485894" y="97601"/>
                </a:lnTo>
                <a:lnTo>
                  <a:pt x="492204" y="115899"/>
                </a:lnTo>
                <a:lnTo>
                  <a:pt x="498515" y="127003"/>
                </a:lnTo>
                <a:lnTo>
                  <a:pt x="504825" y="131277"/>
                </a:lnTo>
                <a:lnTo>
                  <a:pt x="511135" y="130905"/>
                </a:lnTo>
                <a:lnTo>
                  <a:pt x="517446" y="129280"/>
                </a:lnTo>
                <a:lnTo>
                  <a:pt x="523756" y="130135"/>
                </a:lnTo>
                <a:lnTo>
                  <a:pt x="530066" y="136644"/>
                </a:lnTo>
                <a:lnTo>
                  <a:pt x="536377" y="150743"/>
                </a:lnTo>
                <a:lnTo>
                  <a:pt x="542687" y="172806"/>
                </a:lnTo>
                <a:lnTo>
                  <a:pt x="548997" y="201718"/>
                </a:lnTo>
                <a:lnTo>
                  <a:pt x="555307" y="235230"/>
                </a:lnTo>
                <a:lnTo>
                  <a:pt x="561618" y="270449"/>
                </a:lnTo>
                <a:lnTo>
                  <a:pt x="567928" y="304288"/>
                </a:lnTo>
                <a:lnTo>
                  <a:pt x="574238" y="333789"/>
                </a:lnTo>
                <a:lnTo>
                  <a:pt x="580549" y="356295"/>
                </a:lnTo>
                <a:lnTo>
                  <a:pt x="586859" y="369552"/>
                </a:lnTo>
                <a:lnTo>
                  <a:pt x="593169" y="371810"/>
                </a:lnTo>
                <a:lnTo>
                  <a:pt x="599480" y="362006"/>
                </a:lnTo>
                <a:lnTo>
                  <a:pt x="605790" y="340002"/>
                </a:lnTo>
                <a:lnTo>
                  <a:pt x="612100" y="306814"/>
                </a:lnTo>
                <a:lnTo>
                  <a:pt x="618411" y="264720"/>
                </a:lnTo>
                <a:lnTo>
                  <a:pt x="624721" y="217152"/>
                </a:lnTo>
                <a:lnTo>
                  <a:pt x="631031" y="168344"/>
                </a:lnTo>
                <a:lnTo>
                  <a:pt x="637342" y="122759"/>
                </a:lnTo>
                <a:lnTo>
                  <a:pt x="643652" y="84432"/>
                </a:lnTo>
                <a:lnTo>
                  <a:pt x="649962" y="56358"/>
                </a:lnTo>
                <a:lnTo>
                  <a:pt x="656273" y="40073"/>
                </a:lnTo>
                <a:lnTo>
                  <a:pt x="662583" y="35499"/>
                </a:lnTo>
                <a:lnTo>
                  <a:pt x="668893" y="41091"/>
                </a:lnTo>
                <a:lnTo>
                  <a:pt x="675203" y="54212"/>
                </a:lnTo>
                <a:lnTo>
                  <a:pt x="681514" y="71655"/>
                </a:lnTo>
                <a:lnTo>
                  <a:pt x="687824" y="90209"/>
                </a:lnTo>
                <a:lnTo>
                  <a:pt x="694134" y="107151"/>
                </a:lnTo>
                <a:lnTo>
                  <a:pt x="700445" y="120605"/>
                </a:lnTo>
                <a:lnTo>
                  <a:pt x="706755" y="129734"/>
                </a:lnTo>
                <a:lnTo>
                  <a:pt x="713065" y="134743"/>
                </a:lnTo>
                <a:lnTo>
                  <a:pt x="719376" y="136732"/>
                </a:lnTo>
                <a:lnTo>
                  <a:pt x="725686" y="137424"/>
                </a:lnTo>
                <a:lnTo>
                  <a:pt x="731996" y="138815"/>
                </a:lnTo>
                <a:lnTo>
                  <a:pt x="738307" y="142808"/>
                </a:lnTo>
                <a:lnTo>
                  <a:pt x="744617" y="150868"/>
                </a:lnTo>
                <a:lnTo>
                  <a:pt x="750927" y="163765"/>
                </a:lnTo>
                <a:lnTo>
                  <a:pt x="757238" y="181415"/>
                </a:lnTo>
                <a:lnTo>
                  <a:pt x="763548" y="202868"/>
                </a:lnTo>
                <a:lnTo>
                  <a:pt x="769858" y="226419"/>
                </a:lnTo>
                <a:lnTo>
                  <a:pt x="776168" y="249840"/>
                </a:lnTo>
                <a:lnTo>
                  <a:pt x="782479" y="270688"/>
                </a:lnTo>
                <a:lnTo>
                  <a:pt x="788789" y="286647"/>
                </a:lnTo>
                <a:lnTo>
                  <a:pt x="795099" y="295850"/>
                </a:lnTo>
                <a:lnTo>
                  <a:pt x="801410" y="297136"/>
                </a:lnTo>
                <a:lnTo>
                  <a:pt x="807720" y="290205"/>
                </a:lnTo>
                <a:lnTo>
                  <a:pt x="814030" y="275654"/>
                </a:lnTo>
                <a:lnTo>
                  <a:pt x="820341" y="254886"/>
                </a:lnTo>
                <a:lnTo>
                  <a:pt x="826651" y="229924"/>
                </a:lnTo>
                <a:lnTo>
                  <a:pt x="832961" y="203139"/>
                </a:lnTo>
                <a:lnTo>
                  <a:pt x="839272" y="176951"/>
                </a:lnTo>
                <a:lnTo>
                  <a:pt x="845582" y="153542"/>
                </a:lnTo>
                <a:lnTo>
                  <a:pt x="851892" y="134610"/>
                </a:lnTo>
                <a:lnTo>
                  <a:pt x="858202" y="121203"/>
                </a:lnTo>
                <a:lnTo>
                  <a:pt x="864513" y="113654"/>
                </a:lnTo>
                <a:lnTo>
                  <a:pt x="870823" y="111608"/>
                </a:lnTo>
                <a:lnTo>
                  <a:pt x="877133" y="114139"/>
                </a:lnTo>
                <a:lnTo>
                  <a:pt x="883444" y="119934"/>
                </a:lnTo>
                <a:lnTo>
                  <a:pt x="889754" y="127509"/>
                </a:lnTo>
                <a:lnTo>
                  <a:pt x="896064" y="135434"/>
                </a:lnTo>
                <a:lnTo>
                  <a:pt x="902375" y="142525"/>
                </a:lnTo>
                <a:lnTo>
                  <a:pt x="908685" y="147989"/>
                </a:lnTo>
                <a:lnTo>
                  <a:pt x="914995" y="151495"/>
                </a:lnTo>
                <a:lnTo>
                  <a:pt x="921306" y="153181"/>
                </a:lnTo>
                <a:lnTo>
                  <a:pt x="927616" y="153583"/>
                </a:lnTo>
                <a:lnTo>
                  <a:pt x="933926" y="153518"/>
                </a:lnTo>
                <a:lnTo>
                  <a:pt x="940237" y="153930"/>
                </a:lnTo>
                <a:lnTo>
                  <a:pt x="946547" y="155726"/>
                </a:lnTo>
                <a:lnTo>
                  <a:pt x="952857" y="159621"/>
                </a:lnTo>
                <a:lnTo>
                  <a:pt x="959168" y="166019"/>
                </a:lnTo>
                <a:lnTo>
                  <a:pt x="965478" y="174939"/>
                </a:lnTo>
                <a:lnTo>
                  <a:pt x="971788" y="185999"/>
                </a:lnTo>
                <a:lnTo>
                  <a:pt x="978098" y="198449"/>
                </a:lnTo>
                <a:lnTo>
                  <a:pt x="984409" y="211256"/>
                </a:lnTo>
                <a:lnTo>
                  <a:pt x="990719" y="223227"/>
                </a:lnTo>
                <a:lnTo>
                  <a:pt x="997029" y="233155"/>
                </a:lnTo>
                <a:lnTo>
                  <a:pt x="1003340" y="239960"/>
                </a:lnTo>
                <a:lnTo>
                  <a:pt x="1009650" y="242826"/>
                </a:lnTo>
              </a:path>
            </a:pathLst>
          </a:custGeom>
          <a:noFill xmlns:a="http://schemas.openxmlformats.org/drawingml/2006/main"/>
          <a:ln xmlns:a="http://schemas.openxmlformats.org/drawingml/2006/main" w="17145">
            <a:solidFill>
              <a:srgbClr val="243B53"/>
            </a:solidFill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C404EF0-6393-49EB-AA3E-2C78150F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9562" y="3442669"/>
            <a:ext cx="201930" cy="371810"/>
          </a:xfrm>
          <a:custGeom xmlns:a="http://schemas.openxmlformats.org/drawingml/2006/main">
            <a:pathLst>
              <a:path w="201930" h="371810">
                <a:moveTo>
                  <a:pt x="0" y="59561"/>
                </a:moveTo>
                <a:lnTo>
                  <a:pt x="6310" y="26578"/>
                </a:lnTo>
                <a:lnTo>
                  <a:pt x="12621" y="6394"/>
                </a:lnTo>
                <a:lnTo>
                  <a:pt x="18931" y="0"/>
                </a:lnTo>
                <a:lnTo>
                  <a:pt x="25241" y="6630"/>
                </a:lnTo>
                <a:lnTo>
                  <a:pt x="31552" y="23806"/>
                </a:lnTo>
                <a:lnTo>
                  <a:pt x="37862" y="47691"/>
                </a:lnTo>
                <a:lnTo>
                  <a:pt x="44172" y="73750"/>
                </a:lnTo>
                <a:lnTo>
                  <a:pt x="50482" y="97601"/>
                </a:lnTo>
                <a:lnTo>
                  <a:pt x="56793" y="115899"/>
                </a:lnTo>
                <a:lnTo>
                  <a:pt x="63103" y="127003"/>
                </a:lnTo>
                <a:lnTo>
                  <a:pt x="69413" y="131277"/>
                </a:lnTo>
                <a:lnTo>
                  <a:pt x="75724" y="130905"/>
                </a:lnTo>
                <a:lnTo>
                  <a:pt x="82034" y="129280"/>
                </a:lnTo>
                <a:lnTo>
                  <a:pt x="88344" y="130135"/>
                </a:lnTo>
                <a:lnTo>
                  <a:pt x="94655" y="136644"/>
                </a:lnTo>
                <a:lnTo>
                  <a:pt x="100965" y="150743"/>
                </a:lnTo>
                <a:lnTo>
                  <a:pt x="107275" y="172806"/>
                </a:lnTo>
                <a:lnTo>
                  <a:pt x="113586" y="201718"/>
                </a:lnTo>
                <a:lnTo>
                  <a:pt x="119896" y="235230"/>
                </a:lnTo>
                <a:lnTo>
                  <a:pt x="126206" y="270449"/>
                </a:lnTo>
                <a:lnTo>
                  <a:pt x="132517" y="304288"/>
                </a:lnTo>
                <a:lnTo>
                  <a:pt x="138827" y="333789"/>
                </a:lnTo>
                <a:lnTo>
                  <a:pt x="145137" y="356295"/>
                </a:lnTo>
                <a:lnTo>
                  <a:pt x="151447" y="369552"/>
                </a:lnTo>
                <a:lnTo>
                  <a:pt x="157758" y="371810"/>
                </a:lnTo>
                <a:lnTo>
                  <a:pt x="164068" y="362006"/>
                </a:lnTo>
                <a:lnTo>
                  <a:pt x="170378" y="340002"/>
                </a:lnTo>
                <a:lnTo>
                  <a:pt x="176689" y="306814"/>
                </a:lnTo>
                <a:lnTo>
                  <a:pt x="182999" y="264720"/>
                </a:lnTo>
                <a:lnTo>
                  <a:pt x="189309" y="217152"/>
                </a:lnTo>
                <a:lnTo>
                  <a:pt x="195620" y="168344"/>
                </a:lnTo>
                <a:lnTo>
                  <a:pt x="201930" y="122759"/>
                </a:lnTo>
              </a:path>
            </a:pathLst>
          </a:custGeom>
          <a:noFill xmlns:a="http://schemas.openxmlformats.org/drawingml/2006/main"/>
          <a:ln xmlns:a="http://schemas.openxmlformats.org/drawingml/2006/main" w="24765">
            <a:solidFill>
              <a:srgbClr val="138798"/>
            </a:solidFill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E18F79-392F-4097-AB7E-FC1B6ABF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4314795"/>
            <a:ext cx="160972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Averaged audio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9D12C7A2-F7B5-4778-9BF5-F1407A544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87150" y="3628995"/>
            <a:ext cx="114300" cy="953"/>
          </a:xfrm>
          <a:custGeom xmlns:a="http://schemas.openxmlformats.org/drawingml/2006/main">
            <a:pathLst>
              <a:path w="114300" h="953">
                <a:moveTo>
                  <a:pt x="0" y="0"/>
                </a:moveTo>
                <a:lnTo>
                  <a:pt x="11430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B4B0962A-6190-414A-8C68-019F4E2A6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15682" y="3587565"/>
            <a:ext cx="85768" cy="82861"/>
          </a:xfrm>
          <a:custGeom xmlns:a="http://schemas.openxmlformats.org/drawingml/2006/main">
            <a:pathLst>
              <a:path w="85768" h="82861">
                <a:moveTo>
                  <a:pt x="0" y="82861"/>
                </a:moveTo>
                <a:lnTo>
                  <a:pt x="85768" y="41430"/>
                </a:ln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20955">
            <a:solidFill>
              <a:srgbClr val="138798"/>
            </a:solidFill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1366CF0A-48C9-4488-AF52-A447D5CFD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504825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879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79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1D05576-1758-4E40-928B-0DF712B76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981075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7B8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B8C"/>
                </a:solidFill>
                <a:latin typeface="Arial"/>
                <a:ea typeface="Arial"/>
                <a:cs typeface="Arial"/>
              </a:rPr>
              <a:t>Decoded payload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03F0ABA-DC37-459E-B310-81F4236D3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72950" y="2609820"/>
            <a:ext cx="27622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879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798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91560DA-765E-4357-BEEA-5A9D6AE4D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08607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7B8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B8C"/>
                </a:solidFill>
                <a:latin typeface="Arial"/>
                <a:ea typeface="Arial"/>
                <a:cs typeface="Arial"/>
              </a:rPr>
              <a:t>Decoded payload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1E75FD-E07E-4706-B899-AE728F446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314450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110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26B6C68-BD54-4FEF-BF0D-AD8FFED45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885950"/>
            <a:ext cx="293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38798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38798"/>
                </a:solidFill>
                <a:latin typeface="Arial"/>
                <a:ea typeface="Arial"/>
                <a:cs typeface="Arial"/>
              </a:rPr>
              <a:t>Matches Account A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9F4A974D-84D6-45FC-9F4B-5E39567F0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419445"/>
            <a:ext cx="123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43B5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243B53"/>
                </a:solidFill>
                <a:latin typeface="Arial"/>
                <a:ea typeface="Arial"/>
                <a:cs typeface="Arial"/>
              </a:rPr>
              <a:t>111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15D44E2-96D0-449F-8ADD-9E9E19C4C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3990945"/>
            <a:ext cx="28194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BF4D6C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F4D6C"/>
                </a:solidFill>
                <a:latin typeface="Arial"/>
                <a:ea typeface="Arial"/>
                <a:cs typeface="Arial"/>
              </a:rPr>
              <a:t>No member match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7A472DF-1296-46DF-9831-2C9DF6D69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440052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7145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97B8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97B8C"/>
                </a:solidFill>
                <a:latin typeface="Arial"/>
                <a:ea typeface="Arial"/>
                <a:cs typeface="Arial"/>
              </a:rPr>
              <a:t/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5E086B2-0EFF-4B72-B207-3CCEA0DD0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078" y="3986182"/>
            <a:ext cx="411480" cy="22098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7E8B4"/>
          </a:solidFill>
          <a:ln xmlns:a="http://schemas.openxmlformats.org/drawingml/2006/main" w="17145">
            <a:solidFill>
              <a:srgbClr val="B88A37"/>
            </a:solidFill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8D0C7A5-EC63-4E2D-A26C-38A5B7628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69418" y="4024282"/>
            <a:ext cx="304800" cy="144780"/>
          </a:xfrm>
          <a:prstGeom xmlns:a="http://schemas.openxmlformats.org/drawingml/2006/main" prst="roundRect">
            <a:avLst>
              <a:gd name="adj" fmla="val 10526"/>
            </a:avLst>
          </a:prstGeom>
          <a:noFill xmlns:a="http://schemas.openxmlformats.org/drawingml/2006/main"/>
          <a:ln xmlns:a="http://schemas.openxmlformats.org/drawingml/2006/main" w="17145">
            <a:solidFill>
              <a:srgbClr val="B88A37"/>
            </a:solidFill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A6E7B5-6747-4C23-AA30-69729F13D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6098" y="4039522"/>
            <a:ext cx="9906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C975"/>
          </a:solidFill>
          <a:ln xmlns:a="http://schemas.openxmlformats.org/drawingml/2006/main" w="17145">
            <a:solidFill>
              <a:srgbClr val="B88A37"/>
            </a:solidFill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D25B1DC1-D62F-4568-9621-B14EE673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71298" y="3955702"/>
            <a:ext cx="152400" cy="137160"/>
          </a:xfrm>
          <a:custGeom xmlns:a="http://schemas.openxmlformats.org/drawingml/2006/main">
            <a:pathLst>
              <a:path w="190500" h="171450">
                <a:moveTo>
                  <a:pt x="190500" y="95250"/>
                </a:moveTo>
                <a:lnTo>
                  <a:pt x="95250" y="9525"/>
                </a:lnTo>
                <a:lnTo>
                  <a:pt x="0" y="0"/>
                </a:lnTo>
                <a:lnTo>
                  <a:pt x="66675" y="66675"/>
                </a:lnTo>
                <a:lnTo>
                  <a:pt x="0" y="57150"/>
                </a:lnTo>
                <a:lnTo>
                  <a:pt x="85725" y="133350"/>
                </a:lnTo>
                <a:lnTo>
                  <a:pt x="18097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F8393"/>
            </a:solidFill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8ECCE09B-53FC-4D2A-8709-4B3A49680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19938" y="3955702"/>
            <a:ext cx="129540" cy="137160"/>
          </a:xfrm>
          <a:custGeom xmlns:a="http://schemas.openxmlformats.org/drawingml/2006/main">
            <a:pathLst>
              <a:path w="161925" h="171450">
                <a:moveTo>
                  <a:pt x="0" y="95250"/>
                </a:moveTo>
                <a:lnTo>
                  <a:pt x="85725" y="0"/>
                </a:lnTo>
                <a:lnTo>
                  <a:pt x="161925" y="0"/>
                </a:lnTo>
                <a:lnTo>
                  <a:pt x="104775" y="66675"/>
                </a:lnTo>
                <a:lnTo>
                  <a:pt x="161925" y="57150"/>
                </a:lnTo>
                <a:lnTo>
                  <a:pt x="85725" y="133350"/>
                </a:lnTo>
                <a:lnTo>
                  <a:pt x="9525" y="171450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6F8393"/>
            </a:solidFill>
          </a:ln>
        </p:spPr>
      </p:sp>
      <p:grpSp xmlns:a="http://schemas.openxmlformats.org/drawingml/2006/main">
        <p:nvGrpSpPr>
          <p:cNvPr id="115" name="Group 67"/>
          <p:cNvGrpSpPr/>
          <p:nvPr/>
        </p:nvGrpSpPr>
        <p:grpSpPr>
          <a:xfrm>
            <a:off x="5476875" y="2533620"/>
            <a:ext cx="581025" cy="641985"/>
            <a:chOff x="3724275" y="3200400"/>
            <a:chExt cx="457200" cy="504825"/>
          </a:xfrm>
        </p:grpSpPr>
        <p:sp>
          <p:nvSpPr>
            <p:cNvPr id="116" name="Ellipse 59"/>
            <p:cNvSpPr/>
            <p:nvPr/>
          </p:nvSpPr>
          <p:spPr>
            <a:xfrm>
              <a:off x="3724275" y="3248025"/>
              <a:ext cx="457200" cy="457200"/>
            </a:xfrm>
            <a:prstGeom prst="ellipse">
              <a:avLst/>
            </a:prstGeom>
            <a:solidFill>
              <a:srgbClr val="F5EEF2"/>
            </a:solidFill>
            <a:ln w="23812">
              <a:solidFill>
                <a:srgbClr val="5F4B7A"/>
              </a:solidFill>
            </a:ln>
          </p:spPr>
        </p:sp>
        <p:sp>
          <p:nvSpPr>
            <p:cNvPr id="117" name="Freeform 60"/>
            <p:cNvSpPr/>
            <p:nvPr/>
          </p:nvSpPr>
          <p:spPr>
            <a:xfrm>
              <a:off x="3771900" y="3200400"/>
              <a:ext cx="361950" cy="466725"/>
            </a:xfrm>
            <a:custGeom>
              <a:avLst/>
              <a:gdLst/>
              <a:ahLst/>
              <a:cxnLst/>
              <a:rect l="l" t="t" r="r" b="b"/>
              <a:pathLst>
                <a:path w="361950" h="466725">
                  <a:moveTo>
                    <a:pt x="0" y="466725"/>
                  </a:moveTo>
                  <a:cubicBezTo>
                    <a:pt x="6350" y="377825"/>
                    <a:pt x="34925" y="317500"/>
                    <a:pt x="85725" y="285750"/>
                  </a:cubicBezTo>
                  <a:cubicBezTo>
                    <a:pt x="47625" y="228600"/>
                    <a:pt x="38100" y="174625"/>
                    <a:pt x="57150" y="123825"/>
                  </a:cubicBezTo>
                  <a:cubicBezTo>
                    <a:pt x="82550" y="60325"/>
                    <a:pt x="123825" y="19050"/>
                    <a:pt x="180975" y="0"/>
                  </a:cubicBezTo>
                  <a:cubicBezTo>
                    <a:pt x="238125" y="19050"/>
                    <a:pt x="279400" y="60325"/>
                    <a:pt x="304800" y="123825"/>
                  </a:cubicBezTo>
                  <a:cubicBezTo>
                    <a:pt x="323850" y="174625"/>
                    <a:pt x="314325" y="228600"/>
                    <a:pt x="276225" y="285750"/>
                  </a:cubicBezTo>
                  <a:cubicBezTo>
                    <a:pt x="327025" y="317500"/>
                    <a:pt x="355600" y="377825"/>
                    <a:pt x="361950" y="466725"/>
                  </a:cubicBezTo>
                  <a:close/>
                </a:path>
              </a:pathLst>
            </a:custGeom>
            <a:solidFill>
              <a:srgbClr val="263442"/>
            </a:solidFill>
            <a:ln w="14288">
              <a:solidFill>
                <a:srgbClr val="4D2B43"/>
              </a:solidFill>
              <a:round/>
            </a:ln>
          </p:spPr>
        </p:sp>
        <p:sp>
          <p:nvSpPr>
            <p:cNvPr id="118" name="Ellipse 61"/>
            <p:cNvSpPr/>
            <p:nvPr/>
          </p:nvSpPr>
          <p:spPr>
            <a:xfrm>
              <a:off x="3857625" y="3276600"/>
              <a:ext cx="190500" cy="228600"/>
            </a:xfrm>
            <a:prstGeom prst="ellipse">
              <a:avLst/>
            </a:prstGeom>
            <a:solidFill>
              <a:srgbClr val="CDA48D"/>
            </a:solidFill>
            <a:ln>
              <a:noFill/>
            </a:ln>
          </p:spPr>
        </p:sp>
        <p:sp>
          <p:nvSpPr>
            <p:cNvPr id="119" name="Freeform 62"/>
            <p:cNvSpPr/>
            <p:nvPr/>
          </p:nvSpPr>
          <p:spPr>
            <a:xfrm>
              <a:off x="3848100" y="3321050"/>
              <a:ext cx="209550" cy="142875"/>
            </a:xfrm>
            <a:custGeom>
              <a:avLst/>
              <a:gdLst/>
              <a:ahLst/>
              <a:cxnLst/>
              <a:rect l="l" t="t" r="r" b="b"/>
              <a:pathLst>
                <a:path w="209550" h="142875">
                  <a:moveTo>
                    <a:pt x="0" y="31750"/>
                  </a:moveTo>
                  <a:cubicBezTo>
                    <a:pt x="69850" y="0"/>
                    <a:pt x="139700" y="0"/>
                    <a:pt x="209550" y="31750"/>
                  </a:cubicBezTo>
                  <a:lnTo>
                    <a:pt x="190500" y="117475"/>
                  </a:lnTo>
                  <a:cubicBezTo>
                    <a:pt x="133350" y="142875"/>
                    <a:pt x="76200" y="142875"/>
                    <a:pt x="19050" y="117475"/>
                  </a:cubicBezTo>
                  <a:close/>
                </a:path>
              </a:pathLst>
            </a:custGeom>
            <a:solidFill>
              <a:srgbClr val="7A3047"/>
            </a:solidFill>
            <a:ln>
              <a:noFill/>
            </a:ln>
          </p:spPr>
        </p:sp>
        <p:sp>
          <p:nvSpPr>
            <p:cNvPr id="120" name="Freeform 63"/>
            <p:cNvSpPr/>
            <p:nvPr/>
          </p:nvSpPr>
          <p:spPr>
            <a:xfrm>
              <a:off x="3886200" y="3371850"/>
              <a:ext cx="47625" cy="38100"/>
            </a:xfrm>
            <a:custGeom>
              <a:avLst/>
              <a:gdLst/>
              <a:ahLst/>
              <a:cxnLst/>
              <a:rect l="l" t="t" r="r" b="b"/>
              <a:pathLst>
                <a:path w="47625" h="38100">
                  <a:moveTo>
                    <a:pt x="0" y="9525"/>
                  </a:moveTo>
                  <a:lnTo>
                    <a:pt x="47625" y="0"/>
                  </a:lnTo>
                  <a:lnTo>
                    <a:pt x="38100" y="38100"/>
                  </a:lnTo>
                  <a:lnTo>
                    <a:pt x="0" y="38100"/>
                  </a:lnTo>
                  <a:close/>
                </a:path>
              </a:pathLst>
            </a:custGeom>
            <a:solidFill>
              <a:srgbClr val="FFD5D9"/>
            </a:solidFill>
            <a:ln>
              <a:noFill/>
            </a:ln>
          </p:spPr>
        </p:sp>
        <p:sp>
          <p:nvSpPr>
            <p:cNvPr id="121" name="Freeform 64"/>
            <p:cNvSpPr/>
            <p:nvPr/>
          </p:nvSpPr>
          <p:spPr>
            <a:xfrm>
              <a:off x="3971925" y="3371850"/>
              <a:ext cx="47625" cy="38100"/>
            </a:xfrm>
            <a:custGeom>
              <a:avLst/>
              <a:gdLst/>
              <a:ahLst/>
              <a:cxnLst/>
              <a:rect l="l" t="t" r="r" b="b"/>
              <a:pathLst>
                <a:path w="47625" h="38100">
                  <a:moveTo>
                    <a:pt x="0" y="0"/>
                  </a:moveTo>
                  <a:lnTo>
                    <a:pt x="47625" y="9525"/>
                  </a:lnTo>
                  <a:lnTo>
                    <a:pt x="47625" y="38100"/>
                  </a:lnTo>
                  <a:lnTo>
                    <a:pt x="9525" y="38100"/>
                  </a:lnTo>
                  <a:close/>
                </a:path>
              </a:pathLst>
            </a:custGeom>
            <a:solidFill>
              <a:srgbClr val="FFD5D9"/>
            </a:solidFill>
            <a:ln>
              <a:noFill/>
            </a:ln>
          </p:spPr>
        </p:sp>
        <p:sp>
          <p:nvSpPr>
            <p:cNvPr id="122" name="Freeform 65"/>
            <p:cNvSpPr/>
            <p:nvPr/>
          </p:nvSpPr>
          <p:spPr>
            <a:xfrm>
              <a:off x="3895725" y="3514725"/>
              <a:ext cx="114300" cy="19050"/>
            </a:xfrm>
            <a:custGeom>
              <a:avLst/>
              <a:gdLst/>
              <a:ahLst/>
              <a:cxnLst/>
              <a:rect l="l" t="t" r="r" b="b"/>
              <a:pathLst>
                <a:path w="114300" h="19050">
                  <a:moveTo>
                    <a:pt x="0" y="0"/>
                  </a:moveTo>
                  <a:cubicBezTo>
                    <a:pt x="38100" y="19050"/>
                    <a:pt x="76200" y="19050"/>
                    <a:pt x="114300" y="0"/>
                  </a:cubicBezTo>
                </a:path>
              </a:pathLst>
            </a:custGeom>
            <a:noFill/>
            <a:ln w="19050" cap="rnd">
              <a:solidFill>
                <a:srgbClr val="CDA48D"/>
              </a:solidFill>
            </a:ln>
          </p:spPr>
        </p:sp>
        <p:sp>
          <p:nvSpPr>
            <p:cNvPr id="123" name="Freeform 66"/>
            <p:cNvSpPr/>
            <p:nvPr/>
          </p:nvSpPr>
          <p:spPr>
            <a:xfrm>
              <a:off x="3733800" y="3505200"/>
              <a:ext cx="438150" cy="200025"/>
            </a:xfrm>
            <a:custGeom>
              <a:avLst/>
              <a:gdLst/>
              <a:ahLst/>
              <a:cxnLst/>
              <a:rect l="l" t="t" r="r" b="b"/>
              <a:pathLst>
                <a:path w="438150" h="200025">
                  <a:moveTo>
                    <a:pt x="0" y="200025"/>
                  </a:moveTo>
                  <a:cubicBezTo>
                    <a:pt x="19050" y="92075"/>
                    <a:pt x="66675" y="25400"/>
                    <a:pt x="142875" y="0"/>
                  </a:cubicBezTo>
                  <a:lnTo>
                    <a:pt x="219075" y="85725"/>
                  </a:lnTo>
                  <a:lnTo>
                    <a:pt x="295275" y="0"/>
                  </a:lnTo>
                  <a:cubicBezTo>
                    <a:pt x="371475" y="25400"/>
                    <a:pt x="419100" y="92075"/>
                    <a:pt x="438150" y="200025"/>
                  </a:cubicBezTo>
                  <a:close/>
                </a:path>
              </a:pathLst>
            </a:custGeom>
            <a:solidFill>
              <a:srgbClr val="1F2C38"/>
            </a:solidFill>
            <a:ln w="14288">
              <a:solidFill>
                <a:srgbClr val="4D2B43"/>
              </a:solidFill>
            </a:ln>
          </p:spPr>
          <p:txBody>
            <a:bodyPr/>
            <a:p>
              <a:endParaRPr lang="zh-CN" altLang="en-US"/>
            </a:p>
          </p:txBody>
        </p:sp>
      </p:grpSp>
      <p:grpSp xmlns:a="http://schemas.openxmlformats.org/drawingml/2006/main">
        <p:nvGrpSpPr>
          <p:cNvPr id="124" name="Group 170"/>
          <p:cNvGrpSpPr/>
          <p:nvPr/>
        </p:nvGrpSpPr>
        <p:grpSpPr>
          <a:xfrm>
            <a:off x="13692776" y="3148490"/>
            <a:ext cx="1103723" cy="500000"/>
            <a:chOff x="10934700" y="2325529"/>
            <a:chExt cx="723900" cy="328136"/>
          </a:xfrm>
        </p:grpSpPr>
        <p:sp>
          <p:nvSpPr>
            <p:cNvPr id="125" name="Line 156"/>
            <p:cNvSpPr/>
            <p:nvPr/>
          </p:nvSpPr>
          <p:spPr>
            <a:xfrm>
              <a:off x="10963275" y="236220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rgbClr val="16818E"/>
              </a:solidFill>
            </a:ln>
          </p:spPr>
        </p:sp>
        <p:sp>
          <p:nvSpPr>
            <p:cNvPr id="126" name="Line 157"/>
            <p:cNvSpPr/>
            <p:nvPr/>
          </p:nvSpPr>
          <p:spPr>
            <a:xfrm>
              <a:off x="10934700" y="2466975"/>
              <a:ext cx="142875" cy="9525"/>
            </a:xfrm>
            <a:custGeom>
              <a:avLst/>
              <a:gdLst/>
              <a:ahLst/>
              <a:cxnLst/>
              <a:rect l="l" t="t" r="r" b="b"/>
              <a:pathLst>
                <a:path w="142875" h="9525">
                  <a:moveTo>
                    <a:pt x="0" y="0"/>
                  </a:moveTo>
                  <a:lnTo>
                    <a:pt x="142875" y="0"/>
                  </a:lnTo>
                </a:path>
              </a:pathLst>
            </a:custGeom>
            <a:noFill/>
            <a:ln w="19050" cap="rnd">
              <a:solidFill>
                <a:srgbClr val="16818E"/>
              </a:solidFill>
            </a:ln>
          </p:spPr>
        </p:sp>
        <p:sp>
          <p:nvSpPr>
            <p:cNvPr id="127" name="Line 158"/>
            <p:cNvSpPr/>
            <p:nvPr/>
          </p:nvSpPr>
          <p:spPr>
            <a:xfrm>
              <a:off x="10982325" y="2571750"/>
              <a:ext cx="114300" cy="9525"/>
            </a:xfrm>
            <a:custGeom>
              <a:avLst/>
              <a:gdLst/>
              <a:ahLst/>
              <a:cxnLst/>
              <a:rect l="l" t="t" r="r" b="b"/>
              <a:pathLst>
                <a:path w="114300" h="9525">
                  <a:moveTo>
                    <a:pt x="0" y="0"/>
                  </a:moveTo>
                  <a:lnTo>
                    <a:pt x="114300" y="0"/>
                  </a:lnTo>
                </a:path>
              </a:pathLst>
            </a:custGeom>
            <a:noFill/>
            <a:ln w="19050" cap="rnd">
              <a:solidFill>
                <a:srgbClr val="16818E"/>
              </a:solidFill>
            </a:ln>
          </p:spPr>
        </p:sp>
        <p:grpSp>
          <p:nvGrpSpPr>
            <p:cNvPr id="128" name="Group 167"/>
            <p:cNvGrpSpPr/>
            <p:nvPr/>
          </p:nvGrpSpPr>
          <p:grpSpPr>
            <a:xfrm>
              <a:off x="11129010" y="2325529"/>
              <a:ext cx="297180" cy="328136"/>
              <a:chOff x="11129010" y="2325529"/>
              <a:chExt cx="297180" cy="328136"/>
            </a:xfrm>
          </p:grpSpPr>
          <p:sp>
            <p:nvSpPr>
              <p:cNvPr id="129" name="Ellipse 159"/>
              <p:cNvSpPr/>
              <p:nvPr/>
            </p:nvSpPr>
            <p:spPr>
              <a:xfrm>
                <a:off x="11129010" y="2356485"/>
                <a:ext cx="297180" cy="297180"/>
              </a:xfrm>
              <a:prstGeom prst="ellipse">
                <a:avLst/>
              </a:prstGeom>
              <a:solidFill>
                <a:srgbClr val="F5EEF2"/>
              </a:solidFill>
              <a:ln w="15478">
                <a:solidFill>
                  <a:srgbClr val="5F4B7A"/>
                </a:solidFill>
              </a:ln>
            </p:spPr>
          </p:sp>
          <p:sp>
            <p:nvSpPr>
              <p:cNvPr id="130" name="Freeform 160"/>
              <p:cNvSpPr/>
              <p:nvPr/>
            </p:nvSpPr>
            <p:spPr>
              <a:xfrm>
                <a:off x="11159966" y="2325529"/>
                <a:ext cx="235267" cy="303371"/>
              </a:xfrm>
              <a:custGeom>
                <a:avLst/>
                <a:gdLst/>
                <a:ahLst/>
                <a:cxnLst/>
                <a:rect l="l" t="t" r="r" b="b"/>
                <a:pathLst>
                  <a:path w="235267" h="303371">
                    <a:moveTo>
                      <a:pt x="0" y="303371"/>
                    </a:moveTo>
                    <a:cubicBezTo>
                      <a:pt x="4127" y="245586"/>
                      <a:pt x="22701" y="206375"/>
                      <a:pt x="55721" y="185737"/>
                    </a:cubicBezTo>
                    <a:cubicBezTo>
                      <a:pt x="30956" y="148590"/>
                      <a:pt x="24765" y="113506"/>
                      <a:pt x="37147" y="80486"/>
                    </a:cubicBezTo>
                    <a:cubicBezTo>
                      <a:pt x="53657" y="39211"/>
                      <a:pt x="80486" y="12383"/>
                      <a:pt x="117634" y="0"/>
                    </a:cubicBezTo>
                    <a:cubicBezTo>
                      <a:pt x="154781" y="12383"/>
                      <a:pt x="181610" y="39211"/>
                      <a:pt x="198120" y="80486"/>
                    </a:cubicBezTo>
                    <a:cubicBezTo>
                      <a:pt x="210502" y="113506"/>
                      <a:pt x="204311" y="148590"/>
                      <a:pt x="179546" y="185737"/>
                    </a:cubicBezTo>
                    <a:cubicBezTo>
                      <a:pt x="212566" y="206375"/>
                      <a:pt x="231140" y="245586"/>
                      <a:pt x="235267" y="303371"/>
                    </a:cubicBezTo>
                    <a:close/>
                  </a:path>
                </a:pathLst>
              </a:custGeom>
              <a:solidFill>
                <a:srgbClr val="263442"/>
              </a:solidFill>
              <a:ln w="9287">
                <a:solidFill>
                  <a:srgbClr val="4D2B43"/>
                </a:solidFill>
                <a:round/>
              </a:ln>
            </p:spPr>
          </p:sp>
          <p:sp>
            <p:nvSpPr>
              <p:cNvPr id="131" name="Ellipse 161"/>
              <p:cNvSpPr/>
              <p:nvPr/>
            </p:nvSpPr>
            <p:spPr>
              <a:xfrm>
                <a:off x="11215688" y="2375059"/>
                <a:ext cx="123825" cy="148590"/>
              </a:xfrm>
              <a:prstGeom prst="ellipse">
                <a:avLst/>
              </a:prstGeom>
              <a:solidFill>
                <a:srgbClr val="CDA48D"/>
              </a:solidFill>
              <a:ln>
                <a:noFill/>
              </a:ln>
            </p:spPr>
          </p:sp>
          <p:sp>
            <p:nvSpPr>
              <p:cNvPr id="132" name="Freeform 162"/>
              <p:cNvSpPr/>
              <p:nvPr/>
            </p:nvSpPr>
            <p:spPr>
              <a:xfrm>
                <a:off x="11209496" y="2403951"/>
                <a:ext cx="136208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36208" h="92869">
                    <a:moveTo>
                      <a:pt x="0" y="20637"/>
                    </a:moveTo>
                    <a:cubicBezTo>
                      <a:pt x="45403" y="0"/>
                      <a:pt x="90805" y="0"/>
                      <a:pt x="136208" y="20637"/>
                    </a:cubicBezTo>
                    <a:lnTo>
                      <a:pt x="123825" y="76359"/>
                    </a:lnTo>
                    <a:cubicBezTo>
                      <a:pt x="86678" y="92869"/>
                      <a:pt x="49530" y="92869"/>
                      <a:pt x="12383" y="76359"/>
                    </a:cubicBezTo>
                    <a:close/>
                  </a:path>
                </a:pathLst>
              </a:custGeom>
              <a:solidFill>
                <a:srgbClr val="7A3047"/>
              </a:solidFill>
              <a:ln>
                <a:noFill/>
              </a:ln>
            </p:spPr>
          </p:sp>
          <p:sp>
            <p:nvSpPr>
              <p:cNvPr id="133" name="Freeform 163"/>
              <p:cNvSpPr/>
              <p:nvPr/>
            </p:nvSpPr>
            <p:spPr>
              <a:xfrm>
                <a:off x="11234261" y="2436971"/>
                <a:ext cx="30956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24765">
                    <a:moveTo>
                      <a:pt x="0" y="6191"/>
                    </a:moveTo>
                    <a:lnTo>
                      <a:pt x="30956" y="0"/>
                    </a:lnTo>
                    <a:lnTo>
                      <a:pt x="24765" y="24765"/>
                    </a:lnTo>
                    <a:lnTo>
                      <a:pt x="0" y="24765"/>
                    </a:lnTo>
                    <a:close/>
                  </a:path>
                </a:pathLst>
              </a:custGeom>
              <a:solidFill>
                <a:srgbClr val="FFD5D9"/>
              </a:solidFill>
              <a:ln>
                <a:noFill/>
              </a:ln>
            </p:spPr>
          </p:sp>
          <p:sp>
            <p:nvSpPr>
              <p:cNvPr id="134" name="Freeform 164"/>
              <p:cNvSpPr/>
              <p:nvPr/>
            </p:nvSpPr>
            <p:spPr>
              <a:xfrm>
                <a:off x="11289982" y="2436971"/>
                <a:ext cx="30956" cy="24765"/>
              </a:xfrm>
              <a:custGeom>
                <a:avLst/>
                <a:gdLst/>
                <a:ahLst/>
                <a:cxnLst/>
                <a:rect l="l" t="t" r="r" b="b"/>
                <a:pathLst>
                  <a:path w="30956" h="24765">
                    <a:moveTo>
                      <a:pt x="0" y="0"/>
                    </a:moveTo>
                    <a:lnTo>
                      <a:pt x="30956" y="6191"/>
                    </a:lnTo>
                    <a:lnTo>
                      <a:pt x="30956" y="24765"/>
                    </a:lnTo>
                    <a:lnTo>
                      <a:pt x="6191" y="24765"/>
                    </a:lnTo>
                    <a:close/>
                  </a:path>
                </a:pathLst>
              </a:custGeom>
              <a:solidFill>
                <a:srgbClr val="FFD5D9"/>
              </a:solidFill>
              <a:ln>
                <a:noFill/>
              </a:ln>
            </p:spPr>
          </p:sp>
          <p:sp>
            <p:nvSpPr>
              <p:cNvPr id="135" name="Freeform 165"/>
              <p:cNvSpPr/>
              <p:nvPr/>
            </p:nvSpPr>
            <p:spPr>
              <a:xfrm>
                <a:off x="11240452" y="2529840"/>
                <a:ext cx="74295" cy="12382"/>
              </a:xfrm>
              <a:custGeom>
                <a:avLst/>
                <a:gdLst/>
                <a:ahLst/>
                <a:cxnLst/>
                <a:rect l="l" t="t" r="r" b="b"/>
                <a:pathLst>
                  <a:path w="74295" h="12382">
                    <a:moveTo>
                      <a:pt x="0" y="0"/>
                    </a:moveTo>
                    <a:cubicBezTo>
                      <a:pt x="24765" y="12382"/>
                      <a:pt x="49530" y="12382"/>
                      <a:pt x="74295" y="0"/>
                    </a:cubicBezTo>
                  </a:path>
                </a:pathLst>
              </a:custGeom>
              <a:noFill/>
              <a:ln w="12382" cap="rnd">
                <a:solidFill>
                  <a:srgbClr val="CDA48D"/>
                </a:solidFill>
              </a:ln>
            </p:spPr>
          </p:sp>
          <p:sp>
            <p:nvSpPr>
              <p:cNvPr id="136" name="Freeform 166"/>
              <p:cNvSpPr/>
              <p:nvPr/>
            </p:nvSpPr>
            <p:spPr>
              <a:xfrm>
                <a:off x="11135201" y="2523649"/>
                <a:ext cx="284798" cy="130016"/>
              </a:xfrm>
              <a:custGeom>
                <a:avLst/>
                <a:gdLst/>
                <a:ahLst/>
                <a:cxnLst/>
                <a:rect l="l" t="t" r="r" b="b"/>
                <a:pathLst>
                  <a:path w="284798" h="130016">
                    <a:moveTo>
                      <a:pt x="0" y="130016"/>
                    </a:moveTo>
                    <a:cubicBezTo>
                      <a:pt x="12382" y="59849"/>
                      <a:pt x="43339" y="16510"/>
                      <a:pt x="92869" y="0"/>
                    </a:cubicBezTo>
                    <a:lnTo>
                      <a:pt x="142399" y="55721"/>
                    </a:lnTo>
                    <a:lnTo>
                      <a:pt x="191929" y="0"/>
                    </a:lnTo>
                    <a:cubicBezTo>
                      <a:pt x="241459" y="16510"/>
                      <a:pt x="272415" y="59849"/>
                      <a:pt x="284798" y="130016"/>
                    </a:cubicBezTo>
                    <a:close/>
                  </a:path>
                </a:pathLst>
              </a:custGeom>
              <a:solidFill>
                <a:srgbClr val="1F2C38"/>
              </a:solidFill>
              <a:ln w="9287">
                <a:solidFill>
                  <a:srgbClr val="4D2B43"/>
                </a:solidFill>
              </a:ln>
            </p:spPr>
          </p:sp>
        </p:grpSp>
        <p:sp>
          <p:nvSpPr>
            <p:cNvPr id="137" name="Line 168"/>
            <p:cNvSpPr/>
            <p:nvPr/>
          </p:nvSpPr>
          <p:spPr>
            <a:xfrm>
              <a:off x="11458575" y="2590800"/>
              <a:ext cx="171450" cy="9525"/>
            </a:xfrm>
            <a:custGeom>
              <a:avLst/>
              <a:gdLst/>
              <a:ahLst/>
              <a:cxnLst/>
              <a:rect l="l" t="t" r="r" b="b"/>
              <a:pathLst>
                <a:path w="171450" h="9525">
                  <a:moveTo>
                    <a:pt x="0" y="0"/>
                  </a:moveTo>
                  <a:lnTo>
                    <a:pt x="171450" y="0"/>
                  </a:lnTo>
                </a:path>
              </a:pathLst>
            </a:custGeom>
            <a:noFill/>
            <a:ln w="19050" cap="rnd">
              <a:solidFill>
                <a:srgbClr val="16818E"/>
              </a:solidFill>
            </a:ln>
          </p:spPr>
        </p:sp>
        <p:sp>
          <p:nvSpPr>
            <p:cNvPr id="138" name="Polyline 169"/>
            <p:cNvSpPr/>
            <p:nvPr/>
          </p:nvSpPr>
          <p:spPr>
            <a:xfrm>
              <a:off x="11544300" y="2543175"/>
              <a:ext cx="114300" cy="95250"/>
            </a:xfrm>
            <a:custGeom>
              <a:avLst/>
              <a:gdLst/>
              <a:ahLst/>
              <a:cxnLst/>
              <a:rect l="l" t="t" r="r" b="b"/>
              <a:pathLst>
                <a:path w="114300" h="95250">
                  <a:moveTo>
                    <a:pt x="0" y="0"/>
                  </a:moveTo>
                  <a:lnTo>
                    <a:pt x="114300" y="47625"/>
                  </a:lnTo>
                  <a:lnTo>
                    <a:pt x="0" y="95250"/>
                  </a:lnTo>
                </a:path>
              </a:pathLst>
            </a:custGeom>
            <a:noFill/>
            <a:ln w="19050" cap="rnd">
              <a:solidFill>
                <a:srgbClr val="16818E"/>
              </a:solidFill>
              <a:round/>
            </a:ln>
          </p:spPr>
        </p:sp>
      </p:grpSp>
      <p:grpSp xmlns:a="http://schemas.openxmlformats.org/drawingml/2006/main">
        <p:nvGrpSpPr>
          <p:cNvPr id="139" name="Group 190"/>
          <p:cNvGrpSpPr/>
          <p:nvPr/>
        </p:nvGrpSpPr>
        <p:grpSpPr>
          <a:xfrm>
            <a:off x="13774105" y="3945732"/>
            <a:ext cx="369565" cy="500000"/>
            <a:chOff x="11115675" y="4533900"/>
            <a:chExt cx="323850" cy="438150"/>
          </a:xfrm>
        </p:grpSpPr>
        <p:sp>
          <p:nvSpPr>
            <p:cNvPr id="140" name="Ellipse 182"/>
            <p:cNvSpPr/>
            <p:nvPr/>
          </p:nvSpPr>
          <p:spPr>
            <a:xfrm>
              <a:off x="11163300" y="4533900"/>
              <a:ext cx="228600" cy="228600"/>
            </a:xfrm>
            <a:prstGeom prst="ellipse">
              <a:avLst/>
            </a:prstGeom>
            <a:solidFill>
              <a:schemeClr val="lt1"/>
            </a:solidFill>
            <a:ln w="19050">
              <a:solidFill>
                <a:srgbClr val="BA526D"/>
              </a:solidFill>
            </a:ln>
          </p:spPr>
        </p:sp>
        <p:sp>
          <p:nvSpPr>
            <p:cNvPr id="141" name="Ellipse 183"/>
            <p:cNvSpPr/>
            <p:nvPr/>
          </p:nvSpPr>
          <p:spPr>
            <a:xfrm>
              <a:off x="11215688" y="4605338"/>
              <a:ext cx="28575" cy="28575"/>
            </a:xfrm>
            <a:prstGeom prst="ellipse">
              <a:avLst/>
            </a:prstGeom>
            <a:solidFill>
              <a:srgbClr val="BA526D"/>
            </a:solidFill>
            <a:ln>
              <a:noFill/>
            </a:ln>
          </p:spPr>
        </p:sp>
        <p:sp>
          <p:nvSpPr>
            <p:cNvPr id="142" name="Ellipse 184"/>
            <p:cNvSpPr/>
            <p:nvPr/>
          </p:nvSpPr>
          <p:spPr>
            <a:xfrm>
              <a:off x="11310938" y="4605338"/>
              <a:ext cx="28575" cy="28575"/>
            </a:xfrm>
            <a:prstGeom prst="ellipse">
              <a:avLst/>
            </a:prstGeom>
            <a:solidFill>
              <a:srgbClr val="BA526D"/>
            </a:solidFill>
            <a:ln>
              <a:noFill/>
            </a:ln>
          </p:spPr>
        </p:sp>
        <p:sp>
          <p:nvSpPr>
            <p:cNvPr id="143" name="Freeform 185"/>
            <p:cNvSpPr/>
            <p:nvPr/>
          </p:nvSpPr>
          <p:spPr>
            <a:xfrm>
              <a:off x="11229975" y="4683125"/>
              <a:ext cx="95250" cy="31750"/>
            </a:xfrm>
            <a:custGeom>
              <a:avLst/>
              <a:gdLst/>
              <a:ahLst/>
              <a:cxnLst/>
              <a:rect l="l" t="t" r="r" b="b"/>
              <a:pathLst>
                <a:path w="95250" h="31750">
                  <a:moveTo>
                    <a:pt x="0" y="31750"/>
                  </a:moveTo>
                  <a:cubicBezTo>
                    <a:pt x="31750" y="0"/>
                    <a:pt x="63500" y="0"/>
                    <a:pt x="95250" y="31750"/>
                  </a:cubicBezTo>
                </a:path>
              </a:pathLst>
            </a:custGeom>
            <a:noFill/>
            <a:ln w="17145" cap="rnd">
              <a:solidFill>
                <a:srgbClr val="BA526D"/>
              </a:solidFill>
            </a:ln>
          </p:spPr>
        </p:sp>
        <p:sp>
          <p:nvSpPr>
            <p:cNvPr id="144" name="Freeform 186"/>
            <p:cNvSpPr/>
            <p:nvPr/>
          </p:nvSpPr>
          <p:spPr>
            <a:xfrm>
              <a:off x="11334750" y="464820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47625" y="0"/>
                  </a:moveTo>
                  <a:cubicBezTo>
                    <a:pt x="95250" y="57150"/>
                    <a:pt x="95250" y="104775"/>
                    <a:pt x="47625" y="133350"/>
                  </a:cubicBezTo>
                  <a:cubicBezTo>
                    <a:pt x="0" y="104775"/>
                    <a:pt x="0" y="57150"/>
                    <a:pt x="47625" y="0"/>
                  </a:cubicBezTo>
                  <a:close/>
                </a:path>
              </a:pathLst>
            </a:custGeom>
            <a:solidFill>
              <a:srgbClr val="8EC8D1"/>
            </a:solidFill>
            <a:ln>
              <a:noFill/>
            </a:ln>
          </p:spPr>
        </p:sp>
        <p:sp>
          <p:nvSpPr>
            <p:cNvPr id="145" name="Freeform 187"/>
            <p:cNvSpPr/>
            <p:nvPr/>
          </p:nvSpPr>
          <p:spPr>
            <a:xfrm>
              <a:off x="11115675" y="4781550"/>
              <a:ext cx="323850" cy="190500"/>
            </a:xfrm>
            <a:custGeom>
              <a:avLst/>
              <a:gdLst/>
              <a:ahLst/>
              <a:cxnLst/>
              <a:rect l="l" t="t" r="r" b="b"/>
              <a:pathLst>
                <a:path w="323850" h="190500">
                  <a:moveTo>
                    <a:pt x="0" y="190500"/>
                  </a:moveTo>
                  <a:cubicBezTo>
                    <a:pt x="12700" y="63500"/>
                    <a:pt x="66675" y="0"/>
                    <a:pt x="161925" y="0"/>
                  </a:cubicBezTo>
                  <a:cubicBezTo>
                    <a:pt x="257175" y="0"/>
                    <a:pt x="311150" y="63500"/>
                    <a:pt x="323850" y="190500"/>
                  </a:cubicBezTo>
                </a:path>
              </a:pathLst>
            </a:custGeom>
            <a:solidFill>
              <a:srgbClr val="F7E9EE"/>
            </a:solidFill>
            <a:ln w="19050">
              <a:solidFill>
                <a:srgbClr val="BA526D"/>
              </a:solidFill>
              <a:round/>
            </a:ln>
          </p:spPr>
        </p:sp>
      </p:grpSp>
    </p:spTree>
    <p:extLst>
      <p:ext uri="{BB962C8B-B14F-4D97-AF65-F5344CB8AC3E}">
        <p14:creationId xmlns:p14="http://schemas.microsoft.com/office/powerpoint/2010/main" val="3293003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2026-09-05T04:37:05.4210000Z</dcterms:created>
  <dcterms:modified xsi:type="dcterms:W3CDTF">2026-09-05T04:37:05.4210000Z</dcterms:modified>
</coreProperties>
</file>